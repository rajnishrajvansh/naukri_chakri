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7" r:id="rId8"/>
    <p:sldId id="261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CFF63-47BA-4D19-9E52-A3FB882AC03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DD1609-1959-4C2D-B496-E52825C719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Customer churn refers to the loss of customers over a given period.</a:t>
          </a:r>
          <a:endParaRPr lang="en-US"/>
        </a:p>
      </dgm:t>
    </dgm:pt>
    <dgm:pt modelId="{AA8F8FFA-B51E-48AE-8A59-9AB9B9776869}" type="parTrans" cxnId="{84E86B3C-3C16-42A0-828C-76B3366CE1EF}">
      <dgm:prSet/>
      <dgm:spPr/>
      <dgm:t>
        <a:bodyPr/>
        <a:lstStyle/>
        <a:p>
          <a:endParaRPr lang="en-US"/>
        </a:p>
      </dgm:t>
    </dgm:pt>
    <dgm:pt modelId="{7B311041-AD9B-4F99-A70C-025D31C40BEB}" type="sibTrans" cxnId="{84E86B3C-3C16-42A0-828C-76B3366CE1EF}">
      <dgm:prSet/>
      <dgm:spPr/>
      <dgm:t>
        <a:bodyPr/>
        <a:lstStyle/>
        <a:p>
          <a:endParaRPr lang="en-US"/>
        </a:p>
      </dgm:t>
    </dgm:pt>
    <dgm:pt modelId="{051BAD22-24F4-485E-B3B7-CEB98959BC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It's a critical issue for businesses, as acquiring new customers is far more expensive than retaining existing ones.</a:t>
          </a:r>
          <a:endParaRPr lang="en-US"/>
        </a:p>
      </dgm:t>
    </dgm:pt>
    <dgm:pt modelId="{38DC4CB9-E44E-4747-BDA3-872BA19CD919}" type="parTrans" cxnId="{46067602-1765-43EB-82E9-E26E4F18A28B}">
      <dgm:prSet/>
      <dgm:spPr/>
      <dgm:t>
        <a:bodyPr/>
        <a:lstStyle/>
        <a:p>
          <a:endParaRPr lang="en-US"/>
        </a:p>
      </dgm:t>
    </dgm:pt>
    <dgm:pt modelId="{ABB079AA-C3C2-44D9-983D-2293162D9441}" type="sibTrans" cxnId="{46067602-1765-43EB-82E9-E26E4F18A28B}">
      <dgm:prSet/>
      <dgm:spPr/>
      <dgm:t>
        <a:bodyPr/>
        <a:lstStyle/>
        <a:p>
          <a:endParaRPr lang="en-US"/>
        </a:p>
      </dgm:t>
    </dgm:pt>
    <dgm:pt modelId="{4EFAE15E-0A75-4A4A-9CB3-4AC63D4233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Why is Churn Important?</a:t>
          </a:r>
          <a:r>
            <a:rPr lang="en-US" b="0" i="0" baseline="0"/>
            <a:t> Churn reduces recurring revenue, affecting business growth and profitability. </a:t>
          </a:r>
          <a:endParaRPr lang="en-US"/>
        </a:p>
      </dgm:t>
    </dgm:pt>
    <dgm:pt modelId="{019CD72D-7A62-4E0C-BCB6-3F11024D2210}" type="parTrans" cxnId="{FCB6064B-C1C5-414C-B648-C2799BBD0C2A}">
      <dgm:prSet/>
      <dgm:spPr/>
      <dgm:t>
        <a:bodyPr/>
        <a:lstStyle/>
        <a:p>
          <a:endParaRPr lang="en-US"/>
        </a:p>
      </dgm:t>
    </dgm:pt>
    <dgm:pt modelId="{F4106B56-42C3-42E0-9C2E-D4B4129530F4}" type="sibTrans" cxnId="{FCB6064B-C1C5-414C-B648-C2799BBD0C2A}">
      <dgm:prSet/>
      <dgm:spPr/>
      <dgm:t>
        <a:bodyPr/>
        <a:lstStyle/>
        <a:p>
          <a:endParaRPr lang="en-US"/>
        </a:p>
      </dgm:t>
    </dgm:pt>
    <dgm:pt modelId="{FDAA634D-92F7-4092-9B59-72E94A960B28}" type="pres">
      <dgm:prSet presAssocID="{A46CFF63-47BA-4D19-9E52-A3FB882AC035}" presName="root" presStyleCnt="0">
        <dgm:presLayoutVars>
          <dgm:dir/>
          <dgm:resizeHandles val="exact"/>
        </dgm:presLayoutVars>
      </dgm:prSet>
      <dgm:spPr/>
    </dgm:pt>
    <dgm:pt modelId="{418BFB69-E900-4F2C-8477-088B1420D3E1}" type="pres">
      <dgm:prSet presAssocID="{D7DD1609-1959-4C2D-B496-E52825C71929}" presName="compNode" presStyleCnt="0"/>
      <dgm:spPr/>
    </dgm:pt>
    <dgm:pt modelId="{BF338662-CB15-44EA-93AC-C385D751A826}" type="pres">
      <dgm:prSet presAssocID="{D7DD1609-1959-4C2D-B496-E52825C71929}" presName="bgRect" presStyleLbl="bgShp" presStyleIdx="0" presStyleCnt="3"/>
      <dgm:spPr/>
    </dgm:pt>
    <dgm:pt modelId="{58B21A49-04FA-4160-B521-57CCD491B53C}" type="pres">
      <dgm:prSet presAssocID="{D7DD1609-1959-4C2D-B496-E52825C719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C47BA0C-7EC8-4A0D-B3E6-A6211EB0C325}" type="pres">
      <dgm:prSet presAssocID="{D7DD1609-1959-4C2D-B496-E52825C71929}" presName="spaceRect" presStyleCnt="0"/>
      <dgm:spPr/>
    </dgm:pt>
    <dgm:pt modelId="{CD89BD43-A4BF-40A1-B01E-EA7ECC6E183D}" type="pres">
      <dgm:prSet presAssocID="{D7DD1609-1959-4C2D-B496-E52825C71929}" presName="parTx" presStyleLbl="revTx" presStyleIdx="0" presStyleCnt="3">
        <dgm:presLayoutVars>
          <dgm:chMax val="0"/>
          <dgm:chPref val="0"/>
        </dgm:presLayoutVars>
      </dgm:prSet>
      <dgm:spPr/>
    </dgm:pt>
    <dgm:pt modelId="{9D609A51-2B49-4BB3-95F5-09360EBC2453}" type="pres">
      <dgm:prSet presAssocID="{7B311041-AD9B-4F99-A70C-025D31C40BEB}" presName="sibTrans" presStyleCnt="0"/>
      <dgm:spPr/>
    </dgm:pt>
    <dgm:pt modelId="{5EB6D038-A8DB-4369-B890-8C36F0FD7F6B}" type="pres">
      <dgm:prSet presAssocID="{051BAD22-24F4-485E-B3B7-CEB98959BC1C}" presName="compNode" presStyleCnt="0"/>
      <dgm:spPr/>
    </dgm:pt>
    <dgm:pt modelId="{D2170F7E-FBFF-4364-85D2-9FE8182E50E4}" type="pres">
      <dgm:prSet presAssocID="{051BAD22-24F4-485E-B3B7-CEB98959BC1C}" presName="bgRect" presStyleLbl="bgShp" presStyleIdx="1" presStyleCnt="3"/>
      <dgm:spPr/>
    </dgm:pt>
    <dgm:pt modelId="{7B44AF14-9503-4D45-9514-BF1A6C2C5D3A}" type="pres">
      <dgm:prSet presAssocID="{051BAD22-24F4-485E-B3B7-CEB98959BC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C2A1BFE-BF9C-4329-B231-41EE20FBBEF9}" type="pres">
      <dgm:prSet presAssocID="{051BAD22-24F4-485E-B3B7-CEB98959BC1C}" presName="spaceRect" presStyleCnt="0"/>
      <dgm:spPr/>
    </dgm:pt>
    <dgm:pt modelId="{1582B381-787D-4E63-96D4-888703F4CA55}" type="pres">
      <dgm:prSet presAssocID="{051BAD22-24F4-485E-B3B7-CEB98959BC1C}" presName="parTx" presStyleLbl="revTx" presStyleIdx="1" presStyleCnt="3">
        <dgm:presLayoutVars>
          <dgm:chMax val="0"/>
          <dgm:chPref val="0"/>
        </dgm:presLayoutVars>
      </dgm:prSet>
      <dgm:spPr/>
    </dgm:pt>
    <dgm:pt modelId="{A1582C4A-65C8-4A26-B938-BFE438588A01}" type="pres">
      <dgm:prSet presAssocID="{ABB079AA-C3C2-44D9-983D-2293162D9441}" presName="sibTrans" presStyleCnt="0"/>
      <dgm:spPr/>
    </dgm:pt>
    <dgm:pt modelId="{B3997C7A-337D-404D-90FA-44DD1D6A7327}" type="pres">
      <dgm:prSet presAssocID="{4EFAE15E-0A75-4A4A-9CB3-4AC63D423358}" presName="compNode" presStyleCnt="0"/>
      <dgm:spPr/>
    </dgm:pt>
    <dgm:pt modelId="{D95157EE-4858-43E3-B145-2ECB25E85380}" type="pres">
      <dgm:prSet presAssocID="{4EFAE15E-0A75-4A4A-9CB3-4AC63D423358}" presName="bgRect" presStyleLbl="bgShp" presStyleIdx="2" presStyleCnt="3"/>
      <dgm:spPr/>
    </dgm:pt>
    <dgm:pt modelId="{7442E9A2-4B08-411D-93D9-B87D18D47A7A}" type="pres">
      <dgm:prSet presAssocID="{4EFAE15E-0A75-4A4A-9CB3-4AC63D4233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7AAB1FF-0760-4EB9-81C4-28E7166798EA}" type="pres">
      <dgm:prSet presAssocID="{4EFAE15E-0A75-4A4A-9CB3-4AC63D423358}" presName="spaceRect" presStyleCnt="0"/>
      <dgm:spPr/>
    </dgm:pt>
    <dgm:pt modelId="{CE39FC49-3BAF-415D-AA49-8CA4932BD869}" type="pres">
      <dgm:prSet presAssocID="{4EFAE15E-0A75-4A4A-9CB3-4AC63D42335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067602-1765-43EB-82E9-E26E4F18A28B}" srcId="{A46CFF63-47BA-4D19-9E52-A3FB882AC035}" destId="{051BAD22-24F4-485E-B3B7-CEB98959BC1C}" srcOrd="1" destOrd="0" parTransId="{38DC4CB9-E44E-4747-BDA3-872BA19CD919}" sibTransId="{ABB079AA-C3C2-44D9-983D-2293162D9441}"/>
    <dgm:cxn modelId="{F77FBD13-5904-48C2-8A8A-CDA266D41E16}" type="presOf" srcId="{051BAD22-24F4-485E-B3B7-CEB98959BC1C}" destId="{1582B381-787D-4E63-96D4-888703F4CA55}" srcOrd="0" destOrd="0" presId="urn:microsoft.com/office/officeart/2018/2/layout/IconVerticalSolidList"/>
    <dgm:cxn modelId="{84E86B3C-3C16-42A0-828C-76B3366CE1EF}" srcId="{A46CFF63-47BA-4D19-9E52-A3FB882AC035}" destId="{D7DD1609-1959-4C2D-B496-E52825C71929}" srcOrd="0" destOrd="0" parTransId="{AA8F8FFA-B51E-48AE-8A59-9AB9B9776869}" sibTransId="{7B311041-AD9B-4F99-A70C-025D31C40BEB}"/>
    <dgm:cxn modelId="{B8049265-15D9-4F3C-BA05-8402B854875C}" type="presOf" srcId="{A46CFF63-47BA-4D19-9E52-A3FB882AC035}" destId="{FDAA634D-92F7-4092-9B59-72E94A960B28}" srcOrd="0" destOrd="0" presId="urn:microsoft.com/office/officeart/2018/2/layout/IconVerticalSolidList"/>
    <dgm:cxn modelId="{FCB6064B-C1C5-414C-B648-C2799BBD0C2A}" srcId="{A46CFF63-47BA-4D19-9E52-A3FB882AC035}" destId="{4EFAE15E-0A75-4A4A-9CB3-4AC63D423358}" srcOrd="2" destOrd="0" parTransId="{019CD72D-7A62-4E0C-BCB6-3F11024D2210}" sibTransId="{F4106B56-42C3-42E0-9C2E-D4B4129530F4}"/>
    <dgm:cxn modelId="{4C6C394D-ADEF-4512-926D-E8410BE4F60C}" type="presOf" srcId="{D7DD1609-1959-4C2D-B496-E52825C71929}" destId="{CD89BD43-A4BF-40A1-B01E-EA7ECC6E183D}" srcOrd="0" destOrd="0" presId="urn:microsoft.com/office/officeart/2018/2/layout/IconVerticalSolidList"/>
    <dgm:cxn modelId="{A0A3E394-5D74-469A-B6CD-E6D4489DC4ED}" type="presOf" srcId="{4EFAE15E-0A75-4A4A-9CB3-4AC63D423358}" destId="{CE39FC49-3BAF-415D-AA49-8CA4932BD869}" srcOrd="0" destOrd="0" presId="urn:microsoft.com/office/officeart/2018/2/layout/IconVerticalSolidList"/>
    <dgm:cxn modelId="{D28E430A-1BFB-4319-A40C-D8E986E7AF46}" type="presParOf" srcId="{FDAA634D-92F7-4092-9B59-72E94A960B28}" destId="{418BFB69-E900-4F2C-8477-088B1420D3E1}" srcOrd="0" destOrd="0" presId="urn:microsoft.com/office/officeart/2018/2/layout/IconVerticalSolidList"/>
    <dgm:cxn modelId="{29558BB4-4113-4E91-A325-31A582F2C378}" type="presParOf" srcId="{418BFB69-E900-4F2C-8477-088B1420D3E1}" destId="{BF338662-CB15-44EA-93AC-C385D751A826}" srcOrd="0" destOrd="0" presId="urn:microsoft.com/office/officeart/2018/2/layout/IconVerticalSolidList"/>
    <dgm:cxn modelId="{16066368-4BDA-4B8D-AEC2-F462CFDE895E}" type="presParOf" srcId="{418BFB69-E900-4F2C-8477-088B1420D3E1}" destId="{58B21A49-04FA-4160-B521-57CCD491B53C}" srcOrd="1" destOrd="0" presId="urn:microsoft.com/office/officeart/2018/2/layout/IconVerticalSolidList"/>
    <dgm:cxn modelId="{6E6D343E-0155-4DEC-B18E-B61DD6E8833A}" type="presParOf" srcId="{418BFB69-E900-4F2C-8477-088B1420D3E1}" destId="{8C47BA0C-7EC8-4A0D-B3E6-A6211EB0C325}" srcOrd="2" destOrd="0" presId="urn:microsoft.com/office/officeart/2018/2/layout/IconVerticalSolidList"/>
    <dgm:cxn modelId="{0B10151F-46B9-492B-B8F7-31AE25E42CCD}" type="presParOf" srcId="{418BFB69-E900-4F2C-8477-088B1420D3E1}" destId="{CD89BD43-A4BF-40A1-B01E-EA7ECC6E183D}" srcOrd="3" destOrd="0" presId="urn:microsoft.com/office/officeart/2018/2/layout/IconVerticalSolidList"/>
    <dgm:cxn modelId="{26B79150-5C22-4D49-AD8C-0B3EB26FA548}" type="presParOf" srcId="{FDAA634D-92F7-4092-9B59-72E94A960B28}" destId="{9D609A51-2B49-4BB3-95F5-09360EBC2453}" srcOrd="1" destOrd="0" presId="urn:microsoft.com/office/officeart/2018/2/layout/IconVerticalSolidList"/>
    <dgm:cxn modelId="{AD76E9B2-0E33-42C8-98B6-32C51B984847}" type="presParOf" srcId="{FDAA634D-92F7-4092-9B59-72E94A960B28}" destId="{5EB6D038-A8DB-4369-B890-8C36F0FD7F6B}" srcOrd="2" destOrd="0" presId="urn:microsoft.com/office/officeart/2018/2/layout/IconVerticalSolidList"/>
    <dgm:cxn modelId="{5AE254B4-F111-4326-8F5B-C1052A9DC730}" type="presParOf" srcId="{5EB6D038-A8DB-4369-B890-8C36F0FD7F6B}" destId="{D2170F7E-FBFF-4364-85D2-9FE8182E50E4}" srcOrd="0" destOrd="0" presId="urn:microsoft.com/office/officeart/2018/2/layout/IconVerticalSolidList"/>
    <dgm:cxn modelId="{87892117-B099-4164-AC90-BD7D28E2A9DB}" type="presParOf" srcId="{5EB6D038-A8DB-4369-B890-8C36F0FD7F6B}" destId="{7B44AF14-9503-4D45-9514-BF1A6C2C5D3A}" srcOrd="1" destOrd="0" presId="urn:microsoft.com/office/officeart/2018/2/layout/IconVerticalSolidList"/>
    <dgm:cxn modelId="{915D6E62-CFFA-4A6D-A8E6-D07B20BAFDD6}" type="presParOf" srcId="{5EB6D038-A8DB-4369-B890-8C36F0FD7F6B}" destId="{CC2A1BFE-BF9C-4329-B231-41EE20FBBEF9}" srcOrd="2" destOrd="0" presId="urn:microsoft.com/office/officeart/2018/2/layout/IconVerticalSolidList"/>
    <dgm:cxn modelId="{BF8E81E4-1E52-4655-8331-4EDAEA4BDB55}" type="presParOf" srcId="{5EB6D038-A8DB-4369-B890-8C36F0FD7F6B}" destId="{1582B381-787D-4E63-96D4-888703F4CA55}" srcOrd="3" destOrd="0" presId="urn:microsoft.com/office/officeart/2018/2/layout/IconVerticalSolidList"/>
    <dgm:cxn modelId="{B1BA9A99-00DD-4D0D-A658-872457439945}" type="presParOf" srcId="{FDAA634D-92F7-4092-9B59-72E94A960B28}" destId="{A1582C4A-65C8-4A26-B938-BFE438588A01}" srcOrd="3" destOrd="0" presId="urn:microsoft.com/office/officeart/2018/2/layout/IconVerticalSolidList"/>
    <dgm:cxn modelId="{007B769E-FA5D-4559-A0DE-2FC87BD50D5A}" type="presParOf" srcId="{FDAA634D-92F7-4092-9B59-72E94A960B28}" destId="{B3997C7A-337D-404D-90FA-44DD1D6A7327}" srcOrd="4" destOrd="0" presId="urn:microsoft.com/office/officeart/2018/2/layout/IconVerticalSolidList"/>
    <dgm:cxn modelId="{E2C731E8-18EA-4CEF-B6AD-D1232D020F32}" type="presParOf" srcId="{B3997C7A-337D-404D-90FA-44DD1D6A7327}" destId="{D95157EE-4858-43E3-B145-2ECB25E85380}" srcOrd="0" destOrd="0" presId="urn:microsoft.com/office/officeart/2018/2/layout/IconVerticalSolidList"/>
    <dgm:cxn modelId="{5809A2C8-89F2-4951-B53F-345C14863EF5}" type="presParOf" srcId="{B3997C7A-337D-404D-90FA-44DD1D6A7327}" destId="{7442E9A2-4B08-411D-93D9-B87D18D47A7A}" srcOrd="1" destOrd="0" presId="urn:microsoft.com/office/officeart/2018/2/layout/IconVerticalSolidList"/>
    <dgm:cxn modelId="{050EBF77-AA2D-454E-85EC-64849AFE28C2}" type="presParOf" srcId="{B3997C7A-337D-404D-90FA-44DD1D6A7327}" destId="{07AAB1FF-0760-4EB9-81C4-28E7166798EA}" srcOrd="2" destOrd="0" presId="urn:microsoft.com/office/officeart/2018/2/layout/IconVerticalSolidList"/>
    <dgm:cxn modelId="{77F18096-6F77-403E-A3E8-7C655905D1AB}" type="presParOf" srcId="{B3997C7A-337D-404D-90FA-44DD1D6A7327}" destId="{CE39FC49-3BAF-415D-AA49-8CA4932BD8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BF37AB-5053-4113-B4B5-5623C5F6BC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F1C24B-2CBB-4001-9332-E249DF116E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Poor customer experience</a:t>
          </a:r>
          <a:r>
            <a:rPr lang="en-US"/>
            <a:t>: Unaddressed issues, slow response times, or impersonal interactions lead customers to leave.</a:t>
          </a:r>
        </a:p>
      </dgm:t>
    </dgm:pt>
    <dgm:pt modelId="{5FCDC3DF-1B4F-4B75-A61B-B5B2C4C5FEE3}" type="parTrans" cxnId="{74CE670C-19C4-4C1D-A0EC-F58448E85F62}">
      <dgm:prSet/>
      <dgm:spPr/>
      <dgm:t>
        <a:bodyPr/>
        <a:lstStyle/>
        <a:p>
          <a:endParaRPr lang="en-US"/>
        </a:p>
      </dgm:t>
    </dgm:pt>
    <dgm:pt modelId="{1BD7DC8A-3BDE-4B80-8F41-7B5BAE3C8434}" type="sibTrans" cxnId="{74CE670C-19C4-4C1D-A0EC-F58448E85F62}">
      <dgm:prSet/>
      <dgm:spPr/>
      <dgm:t>
        <a:bodyPr/>
        <a:lstStyle/>
        <a:p>
          <a:endParaRPr lang="en-US"/>
        </a:p>
      </dgm:t>
    </dgm:pt>
    <dgm:pt modelId="{C3646D41-C901-43B1-87B1-875F7AF628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Competitive offerings</a:t>
          </a:r>
          <a:r>
            <a:rPr lang="en-US"/>
            <a:t>: Competitors may offer better pricing, features, or convenience.</a:t>
          </a:r>
        </a:p>
      </dgm:t>
    </dgm:pt>
    <dgm:pt modelId="{CB48DD0C-554E-4514-9EDA-B35BAD66D92D}" type="parTrans" cxnId="{F0C66749-EEB8-4901-BB0D-B9FCDF1D703E}">
      <dgm:prSet/>
      <dgm:spPr/>
      <dgm:t>
        <a:bodyPr/>
        <a:lstStyle/>
        <a:p>
          <a:endParaRPr lang="en-US"/>
        </a:p>
      </dgm:t>
    </dgm:pt>
    <dgm:pt modelId="{BCFC59FA-CF62-41B1-8647-B4666841038B}" type="sibTrans" cxnId="{F0C66749-EEB8-4901-BB0D-B9FCDF1D703E}">
      <dgm:prSet/>
      <dgm:spPr/>
      <dgm:t>
        <a:bodyPr/>
        <a:lstStyle/>
        <a:p>
          <a:endParaRPr lang="en-US"/>
        </a:p>
      </dgm:t>
    </dgm:pt>
    <dgm:pt modelId="{0D41979C-6321-40F2-85E7-B993E6A149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Lack of engagement</a:t>
          </a:r>
          <a:r>
            <a:rPr lang="en-US"/>
            <a:t>: Companies often fail to keep customers engaged, leading to dissatisfaction.</a:t>
          </a:r>
        </a:p>
      </dgm:t>
    </dgm:pt>
    <dgm:pt modelId="{7CB87219-60C6-4EA6-99EE-0E4A6491841A}" type="parTrans" cxnId="{D8FDF94C-94B3-45F8-A65D-E85826E0F818}">
      <dgm:prSet/>
      <dgm:spPr/>
      <dgm:t>
        <a:bodyPr/>
        <a:lstStyle/>
        <a:p>
          <a:endParaRPr lang="en-US"/>
        </a:p>
      </dgm:t>
    </dgm:pt>
    <dgm:pt modelId="{22547257-52BF-4BE0-A5B8-2FD48DD176A4}" type="sibTrans" cxnId="{D8FDF94C-94B3-45F8-A65D-E85826E0F818}">
      <dgm:prSet/>
      <dgm:spPr/>
      <dgm:t>
        <a:bodyPr/>
        <a:lstStyle/>
        <a:p>
          <a:endParaRPr lang="en-US"/>
        </a:p>
      </dgm:t>
    </dgm:pt>
    <dgm:pt modelId="{A9476C1A-0C8D-449B-B4FF-5585B88670FE}" type="pres">
      <dgm:prSet presAssocID="{82BF37AB-5053-4113-B4B5-5623C5F6BCE1}" presName="root" presStyleCnt="0">
        <dgm:presLayoutVars>
          <dgm:dir/>
          <dgm:resizeHandles val="exact"/>
        </dgm:presLayoutVars>
      </dgm:prSet>
      <dgm:spPr/>
    </dgm:pt>
    <dgm:pt modelId="{371D1023-4F0F-4454-8DCB-FBD84F8E9C71}" type="pres">
      <dgm:prSet presAssocID="{1DF1C24B-2CBB-4001-9332-E249DF116EED}" presName="compNode" presStyleCnt="0"/>
      <dgm:spPr/>
    </dgm:pt>
    <dgm:pt modelId="{26B0CA97-405D-4E3F-AE37-839916336923}" type="pres">
      <dgm:prSet presAssocID="{1DF1C24B-2CBB-4001-9332-E249DF116EED}" presName="bgRect" presStyleLbl="bgShp" presStyleIdx="0" presStyleCnt="3"/>
      <dgm:spPr/>
    </dgm:pt>
    <dgm:pt modelId="{185409AB-38C4-4CE5-A8C8-850D2A7269B9}" type="pres">
      <dgm:prSet presAssocID="{1DF1C24B-2CBB-4001-9332-E249DF116EE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Face with Solid Fill"/>
        </a:ext>
      </dgm:extLst>
    </dgm:pt>
    <dgm:pt modelId="{F33AD6AD-A633-4FE5-8B8F-B229FA0EABD0}" type="pres">
      <dgm:prSet presAssocID="{1DF1C24B-2CBB-4001-9332-E249DF116EED}" presName="spaceRect" presStyleCnt="0"/>
      <dgm:spPr/>
    </dgm:pt>
    <dgm:pt modelId="{2CE1C56C-AF66-4B7B-AC64-FD2FB95C75B7}" type="pres">
      <dgm:prSet presAssocID="{1DF1C24B-2CBB-4001-9332-E249DF116EED}" presName="parTx" presStyleLbl="revTx" presStyleIdx="0" presStyleCnt="3">
        <dgm:presLayoutVars>
          <dgm:chMax val="0"/>
          <dgm:chPref val="0"/>
        </dgm:presLayoutVars>
      </dgm:prSet>
      <dgm:spPr/>
    </dgm:pt>
    <dgm:pt modelId="{F03760A7-39A1-4885-8680-24ED7695ED05}" type="pres">
      <dgm:prSet presAssocID="{1BD7DC8A-3BDE-4B80-8F41-7B5BAE3C8434}" presName="sibTrans" presStyleCnt="0"/>
      <dgm:spPr/>
    </dgm:pt>
    <dgm:pt modelId="{C7C0883E-81F3-4473-96E0-C777B91056ED}" type="pres">
      <dgm:prSet presAssocID="{C3646D41-C901-43B1-87B1-875F7AF62831}" presName="compNode" presStyleCnt="0"/>
      <dgm:spPr/>
    </dgm:pt>
    <dgm:pt modelId="{91185B8F-76E4-4D3F-952F-3D9DB5B1FBBB}" type="pres">
      <dgm:prSet presAssocID="{C3646D41-C901-43B1-87B1-875F7AF62831}" presName="bgRect" presStyleLbl="bgShp" presStyleIdx="1" presStyleCnt="3"/>
      <dgm:spPr/>
    </dgm:pt>
    <dgm:pt modelId="{BFFBAEF0-AA3C-4CE8-9BCC-B2A814A81151}" type="pres">
      <dgm:prSet presAssocID="{C3646D41-C901-43B1-87B1-875F7AF628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80998E0-9247-4F06-BE48-248EEF86FA06}" type="pres">
      <dgm:prSet presAssocID="{C3646D41-C901-43B1-87B1-875F7AF62831}" presName="spaceRect" presStyleCnt="0"/>
      <dgm:spPr/>
    </dgm:pt>
    <dgm:pt modelId="{4C53C742-4417-4BFA-9521-A5750E3695DC}" type="pres">
      <dgm:prSet presAssocID="{C3646D41-C901-43B1-87B1-875F7AF62831}" presName="parTx" presStyleLbl="revTx" presStyleIdx="1" presStyleCnt="3">
        <dgm:presLayoutVars>
          <dgm:chMax val="0"/>
          <dgm:chPref val="0"/>
        </dgm:presLayoutVars>
      </dgm:prSet>
      <dgm:spPr/>
    </dgm:pt>
    <dgm:pt modelId="{F574F303-EFB3-4621-AFF9-D4766D0C04E8}" type="pres">
      <dgm:prSet presAssocID="{BCFC59FA-CF62-41B1-8647-B4666841038B}" presName="sibTrans" presStyleCnt="0"/>
      <dgm:spPr/>
    </dgm:pt>
    <dgm:pt modelId="{FEB1292D-AFAE-4F6E-B1AD-4BB3F7055069}" type="pres">
      <dgm:prSet presAssocID="{0D41979C-6321-40F2-85E7-B993E6A149BE}" presName="compNode" presStyleCnt="0"/>
      <dgm:spPr/>
    </dgm:pt>
    <dgm:pt modelId="{46232089-C328-48C2-872D-87134DA0EBE6}" type="pres">
      <dgm:prSet presAssocID="{0D41979C-6321-40F2-85E7-B993E6A149BE}" presName="bgRect" presStyleLbl="bgShp" presStyleIdx="2" presStyleCnt="3"/>
      <dgm:spPr/>
    </dgm:pt>
    <dgm:pt modelId="{05A33902-B549-43C0-AA7E-BCC1130BCC29}" type="pres">
      <dgm:prSet presAssocID="{0D41979C-6321-40F2-85E7-B993E6A149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A066555-76F4-408D-8033-E85CD844B268}" type="pres">
      <dgm:prSet presAssocID="{0D41979C-6321-40F2-85E7-B993E6A149BE}" presName="spaceRect" presStyleCnt="0"/>
      <dgm:spPr/>
    </dgm:pt>
    <dgm:pt modelId="{24AC3569-4315-4671-B919-9A86EC3803C9}" type="pres">
      <dgm:prSet presAssocID="{0D41979C-6321-40F2-85E7-B993E6A149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4CE670C-19C4-4C1D-A0EC-F58448E85F62}" srcId="{82BF37AB-5053-4113-B4B5-5623C5F6BCE1}" destId="{1DF1C24B-2CBB-4001-9332-E249DF116EED}" srcOrd="0" destOrd="0" parTransId="{5FCDC3DF-1B4F-4B75-A61B-B5B2C4C5FEE3}" sibTransId="{1BD7DC8A-3BDE-4B80-8F41-7B5BAE3C8434}"/>
    <dgm:cxn modelId="{5F01A113-EF61-4BF3-9DDC-3383B8C84DE4}" type="presOf" srcId="{82BF37AB-5053-4113-B4B5-5623C5F6BCE1}" destId="{A9476C1A-0C8D-449B-B4FF-5585B88670FE}" srcOrd="0" destOrd="0" presId="urn:microsoft.com/office/officeart/2018/2/layout/IconVerticalSolidList"/>
    <dgm:cxn modelId="{F0C66749-EEB8-4901-BB0D-B9FCDF1D703E}" srcId="{82BF37AB-5053-4113-B4B5-5623C5F6BCE1}" destId="{C3646D41-C901-43B1-87B1-875F7AF62831}" srcOrd="1" destOrd="0" parTransId="{CB48DD0C-554E-4514-9EDA-B35BAD66D92D}" sibTransId="{BCFC59FA-CF62-41B1-8647-B4666841038B}"/>
    <dgm:cxn modelId="{D8FDF94C-94B3-45F8-A65D-E85826E0F818}" srcId="{82BF37AB-5053-4113-B4B5-5623C5F6BCE1}" destId="{0D41979C-6321-40F2-85E7-B993E6A149BE}" srcOrd="2" destOrd="0" parTransId="{7CB87219-60C6-4EA6-99EE-0E4A6491841A}" sibTransId="{22547257-52BF-4BE0-A5B8-2FD48DD176A4}"/>
    <dgm:cxn modelId="{E916D57C-5D98-4E9E-90C7-F2873DEE82F2}" type="presOf" srcId="{C3646D41-C901-43B1-87B1-875F7AF62831}" destId="{4C53C742-4417-4BFA-9521-A5750E3695DC}" srcOrd="0" destOrd="0" presId="urn:microsoft.com/office/officeart/2018/2/layout/IconVerticalSolidList"/>
    <dgm:cxn modelId="{F1CEF9D9-3B78-477F-96BA-397B32A076EF}" type="presOf" srcId="{1DF1C24B-2CBB-4001-9332-E249DF116EED}" destId="{2CE1C56C-AF66-4B7B-AC64-FD2FB95C75B7}" srcOrd="0" destOrd="0" presId="urn:microsoft.com/office/officeart/2018/2/layout/IconVerticalSolidList"/>
    <dgm:cxn modelId="{78FE5EFC-D76D-4B48-AF3A-33606EA5473B}" type="presOf" srcId="{0D41979C-6321-40F2-85E7-B993E6A149BE}" destId="{24AC3569-4315-4671-B919-9A86EC3803C9}" srcOrd="0" destOrd="0" presId="urn:microsoft.com/office/officeart/2018/2/layout/IconVerticalSolidList"/>
    <dgm:cxn modelId="{09A9495F-ED21-4D7A-B2FD-9A762BB102A9}" type="presParOf" srcId="{A9476C1A-0C8D-449B-B4FF-5585B88670FE}" destId="{371D1023-4F0F-4454-8DCB-FBD84F8E9C71}" srcOrd="0" destOrd="0" presId="urn:microsoft.com/office/officeart/2018/2/layout/IconVerticalSolidList"/>
    <dgm:cxn modelId="{3BD4A38A-1087-4585-A08B-8DF9B028B4C6}" type="presParOf" srcId="{371D1023-4F0F-4454-8DCB-FBD84F8E9C71}" destId="{26B0CA97-405D-4E3F-AE37-839916336923}" srcOrd="0" destOrd="0" presId="urn:microsoft.com/office/officeart/2018/2/layout/IconVerticalSolidList"/>
    <dgm:cxn modelId="{3770E317-3610-4C59-B185-E7ED54E8A8F9}" type="presParOf" srcId="{371D1023-4F0F-4454-8DCB-FBD84F8E9C71}" destId="{185409AB-38C4-4CE5-A8C8-850D2A7269B9}" srcOrd="1" destOrd="0" presId="urn:microsoft.com/office/officeart/2018/2/layout/IconVerticalSolidList"/>
    <dgm:cxn modelId="{6B7850C6-3AD1-4728-91EC-388092CCFC1B}" type="presParOf" srcId="{371D1023-4F0F-4454-8DCB-FBD84F8E9C71}" destId="{F33AD6AD-A633-4FE5-8B8F-B229FA0EABD0}" srcOrd="2" destOrd="0" presId="urn:microsoft.com/office/officeart/2018/2/layout/IconVerticalSolidList"/>
    <dgm:cxn modelId="{120CA76A-F519-4BC2-A409-E8A10D63CDED}" type="presParOf" srcId="{371D1023-4F0F-4454-8DCB-FBD84F8E9C71}" destId="{2CE1C56C-AF66-4B7B-AC64-FD2FB95C75B7}" srcOrd="3" destOrd="0" presId="urn:microsoft.com/office/officeart/2018/2/layout/IconVerticalSolidList"/>
    <dgm:cxn modelId="{C88E377A-7738-42AB-957B-1556E5E6AD95}" type="presParOf" srcId="{A9476C1A-0C8D-449B-B4FF-5585B88670FE}" destId="{F03760A7-39A1-4885-8680-24ED7695ED05}" srcOrd="1" destOrd="0" presId="urn:microsoft.com/office/officeart/2018/2/layout/IconVerticalSolidList"/>
    <dgm:cxn modelId="{3AD77024-E298-4CCA-A4D2-9679D44C1FFD}" type="presParOf" srcId="{A9476C1A-0C8D-449B-B4FF-5585B88670FE}" destId="{C7C0883E-81F3-4473-96E0-C777B91056ED}" srcOrd="2" destOrd="0" presId="urn:microsoft.com/office/officeart/2018/2/layout/IconVerticalSolidList"/>
    <dgm:cxn modelId="{D07AA20C-43D3-4DEB-9096-83636486C1A3}" type="presParOf" srcId="{C7C0883E-81F3-4473-96E0-C777B91056ED}" destId="{91185B8F-76E4-4D3F-952F-3D9DB5B1FBBB}" srcOrd="0" destOrd="0" presId="urn:microsoft.com/office/officeart/2018/2/layout/IconVerticalSolidList"/>
    <dgm:cxn modelId="{90672821-0D18-4CB2-B0F6-4BEBC5CC8B88}" type="presParOf" srcId="{C7C0883E-81F3-4473-96E0-C777B91056ED}" destId="{BFFBAEF0-AA3C-4CE8-9BCC-B2A814A81151}" srcOrd="1" destOrd="0" presId="urn:microsoft.com/office/officeart/2018/2/layout/IconVerticalSolidList"/>
    <dgm:cxn modelId="{20AEC326-FDA4-4AB7-AAB4-146EC0F31E18}" type="presParOf" srcId="{C7C0883E-81F3-4473-96E0-C777B91056ED}" destId="{D80998E0-9247-4F06-BE48-248EEF86FA06}" srcOrd="2" destOrd="0" presId="urn:microsoft.com/office/officeart/2018/2/layout/IconVerticalSolidList"/>
    <dgm:cxn modelId="{301F7D33-F79F-4505-A259-6C92FA215A89}" type="presParOf" srcId="{C7C0883E-81F3-4473-96E0-C777B91056ED}" destId="{4C53C742-4417-4BFA-9521-A5750E3695DC}" srcOrd="3" destOrd="0" presId="urn:microsoft.com/office/officeart/2018/2/layout/IconVerticalSolidList"/>
    <dgm:cxn modelId="{A1256C66-FF75-49EE-B74E-AE9E4E2A9BEE}" type="presParOf" srcId="{A9476C1A-0C8D-449B-B4FF-5585B88670FE}" destId="{F574F303-EFB3-4621-AFF9-D4766D0C04E8}" srcOrd="3" destOrd="0" presId="urn:microsoft.com/office/officeart/2018/2/layout/IconVerticalSolidList"/>
    <dgm:cxn modelId="{124E381D-8D9B-4DC8-845E-468F12DE2425}" type="presParOf" srcId="{A9476C1A-0C8D-449B-B4FF-5585B88670FE}" destId="{FEB1292D-AFAE-4F6E-B1AD-4BB3F7055069}" srcOrd="4" destOrd="0" presId="urn:microsoft.com/office/officeart/2018/2/layout/IconVerticalSolidList"/>
    <dgm:cxn modelId="{4767EBF0-32A8-45CD-93D3-4874655F427B}" type="presParOf" srcId="{FEB1292D-AFAE-4F6E-B1AD-4BB3F7055069}" destId="{46232089-C328-48C2-872D-87134DA0EBE6}" srcOrd="0" destOrd="0" presId="urn:microsoft.com/office/officeart/2018/2/layout/IconVerticalSolidList"/>
    <dgm:cxn modelId="{B7CCCA16-249D-4667-A257-C0CFBAEF89EC}" type="presParOf" srcId="{FEB1292D-AFAE-4F6E-B1AD-4BB3F7055069}" destId="{05A33902-B549-43C0-AA7E-BCC1130BCC29}" srcOrd="1" destOrd="0" presId="urn:microsoft.com/office/officeart/2018/2/layout/IconVerticalSolidList"/>
    <dgm:cxn modelId="{1B7BA20F-5D81-4727-8F7A-E30674B852E4}" type="presParOf" srcId="{FEB1292D-AFAE-4F6E-B1AD-4BB3F7055069}" destId="{AA066555-76F4-408D-8033-E85CD844B268}" srcOrd="2" destOrd="0" presId="urn:microsoft.com/office/officeart/2018/2/layout/IconVerticalSolidList"/>
    <dgm:cxn modelId="{80B44B84-BC38-445A-8813-246D30C7C59E}" type="presParOf" srcId="{FEB1292D-AFAE-4F6E-B1AD-4BB3F7055069}" destId="{24AC3569-4315-4671-B919-9A86EC3803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528100-8938-4C1E-91B4-8EDBBC8CAA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59D27AC-8A11-48B8-B790-C6CA65C3BE1C}">
      <dgm:prSet/>
      <dgm:spPr/>
      <dgm:t>
        <a:bodyPr/>
        <a:lstStyle/>
        <a:p>
          <a:r>
            <a:rPr lang="en-US" b="0" i="0" baseline="0"/>
            <a:t>Losing customers means losing potential recurring revenue.</a:t>
          </a:r>
          <a:endParaRPr lang="en-US"/>
        </a:p>
      </dgm:t>
    </dgm:pt>
    <dgm:pt modelId="{A994C3FD-F5B9-4156-B476-28B74299D0FD}" type="parTrans" cxnId="{B1F8EA8F-1E1C-4BEC-A5F2-EAFCA671E056}">
      <dgm:prSet/>
      <dgm:spPr/>
      <dgm:t>
        <a:bodyPr/>
        <a:lstStyle/>
        <a:p>
          <a:endParaRPr lang="en-US"/>
        </a:p>
      </dgm:t>
    </dgm:pt>
    <dgm:pt modelId="{92EA2E21-60E7-4688-A74F-08CFA6012160}" type="sibTrans" cxnId="{B1F8EA8F-1E1C-4BEC-A5F2-EAFCA671E056}">
      <dgm:prSet/>
      <dgm:spPr/>
      <dgm:t>
        <a:bodyPr/>
        <a:lstStyle/>
        <a:p>
          <a:endParaRPr lang="en-US"/>
        </a:p>
      </dgm:t>
    </dgm:pt>
    <dgm:pt modelId="{A019FC0A-EA09-4728-9662-01B03756D1BB}">
      <dgm:prSet/>
      <dgm:spPr/>
      <dgm:t>
        <a:bodyPr/>
        <a:lstStyle/>
        <a:p>
          <a:r>
            <a:rPr lang="en-US" b="0" i="0" baseline="0"/>
            <a:t>The cost of acquiring a new customer is 5 to 25 times higher than retaining an existing one.</a:t>
          </a:r>
          <a:endParaRPr lang="en-US"/>
        </a:p>
      </dgm:t>
    </dgm:pt>
    <dgm:pt modelId="{894AA573-9F4E-46DA-AA74-BB0EE39F204D}" type="parTrans" cxnId="{BC9D40AB-8DF7-4AD9-B148-3A9616C54F89}">
      <dgm:prSet/>
      <dgm:spPr/>
      <dgm:t>
        <a:bodyPr/>
        <a:lstStyle/>
        <a:p>
          <a:endParaRPr lang="en-US"/>
        </a:p>
      </dgm:t>
    </dgm:pt>
    <dgm:pt modelId="{D7607E6D-C19C-4138-8D37-8B9B2C26B498}" type="sibTrans" cxnId="{BC9D40AB-8DF7-4AD9-B148-3A9616C54F89}">
      <dgm:prSet/>
      <dgm:spPr/>
      <dgm:t>
        <a:bodyPr/>
        <a:lstStyle/>
        <a:p>
          <a:endParaRPr lang="en-US"/>
        </a:p>
      </dgm:t>
    </dgm:pt>
    <dgm:pt modelId="{56D48735-7A0D-42C8-A20D-4A7C7A30B8AA}">
      <dgm:prSet/>
      <dgm:spPr/>
      <dgm:t>
        <a:bodyPr/>
        <a:lstStyle/>
        <a:p>
          <a:r>
            <a:rPr lang="en-US" b="0" i="0" baseline="0"/>
            <a:t>Negative word of mouth from churned customers can also hurt brand reputation.</a:t>
          </a:r>
          <a:endParaRPr lang="en-US"/>
        </a:p>
      </dgm:t>
    </dgm:pt>
    <dgm:pt modelId="{8A2DAF0E-6218-44BB-8631-6731D20A7120}" type="parTrans" cxnId="{965F1076-7BD5-4119-B7C0-FBF83A44804D}">
      <dgm:prSet/>
      <dgm:spPr/>
      <dgm:t>
        <a:bodyPr/>
        <a:lstStyle/>
        <a:p>
          <a:endParaRPr lang="en-US"/>
        </a:p>
      </dgm:t>
    </dgm:pt>
    <dgm:pt modelId="{8B2500D9-28A1-46FE-95FB-8E60459BAD37}" type="sibTrans" cxnId="{965F1076-7BD5-4119-B7C0-FBF83A44804D}">
      <dgm:prSet/>
      <dgm:spPr/>
      <dgm:t>
        <a:bodyPr/>
        <a:lstStyle/>
        <a:p>
          <a:endParaRPr lang="en-US"/>
        </a:p>
      </dgm:t>
    </dgm:pt>
    <dgm:pt modelId="{020BE9AD-4F74-4031-A70E-D1082C1D3615}">
      <dgm:prSet/>
      <dgm:spPr/>
      <dgm:t>
        <a:bodyPr/>
        <a:lstStyle/>
        <a:p>
          <a:r>
            <a:rPr lang="en-US" b="1" i="0" baseline="0"/>
            <a:t>Example</a:t>
          </a:r>
          <a:r>
            <a:rPr lang="en-US" b="0" i="0" baseline="0"/>
            <a:t>: If a business loses 5% of its customers annually, it could see a major hit to its bottom line. </a:t>
          </a:r>
          <a:endParaRPr lang="en-US"/>
        </a:p>
      </dgm:t>
    </dgm:pt>
    <dgm:pt modelId="{A00DA2D1-4785-4655-86B1-53B74342EA67}" type="parTrans" cxnId="{71EAA3DF-C4E2-4DE7-B7D7-620A823210BC}">
      <dgm:prSet/>
      <dgm:spPr/>
      <dgm:t>
        <a:bodyPr/>
        <a:lstStyle/>
        <a:p>
          <a:endParaRPr lang="en-US"/>
        </a:p>
      </dgm:t>
    </dgm:pt>
    <dgm:pt modelId="{68C7DEBD-5966-404E-8B77-FC0A816062D9}" type="sibTrans" cxnId="{71EAA3DF-C4E2-4DE7-B7D7-620A823210BC}">
      <dgm:prSet/>
      <dgm:spPr/>
      <dgm:t>
        <a:bodyPr/>
        <a:lstStyle/>
        <a:p>
          <a:endParaRPr lang="en-US"/>
        </a:p>
      </dgm:t>
    </dgm:pt>
    <dgm:pt modelId="{3E188EA3-5883-4739-8EBA-10DAE4EDAD89}" type="pres">
      <dgm:prSet presAssocID="{E8528100-8938-4C1E-91B4-8EDBBC8CAAD2}" presName="root" presStyleCnt="0">
        <dgm:presLayoutVars>
          <dgm:dir/>
          <dgm:resizeHandles val="exact"/>
        </dgm:presLayoutVars>
      </dgm:prSet>
      <dgm:spPr/>
    </dgm:pt>
    <dgm:pt modelId="{82F2A903-4232-4EBF-9209-C3623DC7A504}" type="pres">
      <dgm:prSet presAssocID="{F59D27AC-8A11-48B8-B790-C6CA65C3BE1C}" presName="compNode" presStyleCnt="0"/>
      <dgm:spPr/>
    </dgm:pt>
    <dgm:pt modelId="{37E72BF8-2DD9-480B-8F7E-E79079B921E8}" type="pres">
      <dgm:prSet presAssocID="{F59D27AC-8A11-48B8-B790-C6CA65C3BE1C}" presName="bgRect" presStyleLbl="bgShp" presStyleIdx="0" presStyleCnt="4"/>
      <dgm:spPr/>
    </dgm:pt>
    <dgm:pt modelId="{5328124D-3823-4D5E-80F5-5D628E4A85C2}" type="pres">
      <dgm:prSet presAssocID="{F59D27AC-8A11-48B8-B790-C6CA65C3BE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51335FFC-97CA-4E70-B81C-2D3B5615E569}" type="pres">
      <dgm:prSet presAssocID="{F59D27AC-8A11-48B8-B790-C6CA65C3BE1C}" presName="spaceRect" presStyleCnt="0"/>
      <dgm:spPr/>
    </dgm:pt>
    <dgm:pt modelId="{6A93A251-A87B-460F-BBFE-2BC0749BEEC8}" type="pres">
      <dgm:prSet presAssocID="{F59D27AC-8A11-48B8-B790-C6CA65C3BE1C}" presName="parTx" presStyleLbl="revTx" presStyleIdx="0" presStyleCnt="4">
        <dgm:presLayoutVars>
          <dgm:chMax val="0"/>
          <dgm:chPref val="0"/>
        </dgm:presLayoutVars>
      </dgm:prSet>
      <dgm:spPr/>
    </dgm:pt>
    <dgm:pt modelId="{456AFD38-EE67-44D8-ACF0-626C1DC29D6A}" type="pres">
      <dgm:prSet presAssocID="{92EA2E21-60E7-4688-A74F-08CFA6012160}" presName="sibTrans" presStyleCnt="0"/>
      <dgm:spPr/>
    </dgm:pt>
    <dgm:pt modelId="{CFD9897E-0E42-49E0-9C8A-F648C01C2096}" type="pres">
      <dgm:prSet presAssocID="{A019FC0A-EA09-4728-9662-01B03756D1BB}" presName="compNode" presStyleCnt="0"/>
      <dgm:spPr/>
    </dgm:pt>
    <dgm:pt modelId="{2A55660D-EA18-4F89-BD2B-707226ED6BB6}" type="pres">
      <dgm:prSet presAssocID="{A019FC0A-EA09-4728-9662-01B03756D1BB}" presName="bgRect" presStyleLbl="bgShp" presStyleIdx="1" presStyleCnt="4"/>
      <dgm:spPr/>
    </dgm:pt>
    <dgm:pt modelId="{475A82F0-8C28-4041-B984-A689BD73E1F9}" type="pres">
      <dgm:prSet presAssocID="{A019FC0A-EA09-4728-9662-01B03756D1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5944C929-F378-4CDE-84A7-840287984674}" type="pres">
      <dgm:prSet presAssocID="{A019FC0A-EA09-4728-9662-01B03756D1BB}" presName="spaceRect" presStyleCnt="0"/>
      <dgm:spPr/>
    </dgm:pt>
    <dgm:pt modelId="{4B1764BA-47C5-416B-8248-36F7A55499E6}" type="pres">
      <dgm:prSet presAssocID="{A019FC0A-EA09-4728-9662-01B03756D1BB}" presName="parTx" presStyleLbl="revTx" presStyleIdx="1" presStyleCnt="4">
        <dgm:presLayoutVars>
          <dgm:chMax val="0"/>
          <dgm:chPref val="0"/>
        </dgm:presLayoutVars>
      </dgm:prSet>
      <dgm:spPr/>
    </dgm:pt>
    <dgm:pt modelId="{881442B2-7825-45F6-8800-0DFB443BEEEA}" type="pres">
      <dgm:prSet presAssocID="{D7607E6D-C19C-4138-8D37-8B9B2C26B498}" presName="sibTrans" presStyleCnt="0"/>
      <dgm:spPr/>
    </dgm:pt>
    <dgm:pt modelId="{DD1C2FB8-DF22-411A-B194-FD353F3DA0BA}" type="pres">
      <dgm:prSet presAssocID="{56D48735-7A0D-42C8-A20D-4A7C7A30B8AA}" presName="compNode" presStyleCnt="0"/>
      <dgm:spPr/>
    </dgm:pt>
    <dgm:pt modelId="{B7E7C96B-224B-488D-BECC-50D4949B3E7E}" type="pres">
      <dgm:prSet presAssocID="{56D48735-7A0D-42C8-A20D-4A7C7A30B8AA}" presName="bgRect" presStyleLbl="bgShp" presStyleIdx="2" presStyleCnt="4"/>
      <dgm:spPr/>
    </dgm:pt>
    <dgm:pt modelId="{DA13E5BC-C4C0-4934-9D37-D2C4C02EA67E}" type="pres">
      <dgm:prSet presAssocID="{56D48735-7A0D-42C8-A20D-4A7C7A30B8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E9C202C5-6708-468F-B6CD-C5B66FF499F1}" type="pres">
      <dgm:prSet presAssocID="{56D48735-7A0D-42C8-A20D-4A7C7A30B8AA}" presName="spaceRect" presStyleCnt="0"/>
      <dgm:spPr/>
    </dgm:pt>
    <dgm:pt modelId="{5A397895-BA7B-438E-A5E3-68D1EE91A92A}" type="pres">
      <dgm:prSet presAssocID="{56D48735-7A0D-42C8-A20D-4A7C7A30B8AA}" presName="parTx" presStyleLbl="revTx" presStyleIdx="2" presStyleCnt="4">
        <dgm:presLayoutVars>
          <dgm:chMax val="0"/>
          <dgm:chPref val="0"/>
        </dgm:presLayoutVars>
      </dgm:prSet>
      <dgm:spPr/>
    </dgm:pt>
    <dgm:pt modelId="{C9ACC860-401E-45A2-9137-FC2BDC491ACD}" type="pres">
      <dgm:prSet presAssocID="{8B2500D9-28A1-46FE-95FB-8E60459BAD37}" presName="sibTrans" presStyleCnt="0"/>
      <dgm:spPr/>
    </dgm:pt>
    <dgm:pt modelId="{9460D28E-9F21-4CE8-B994-2143C3AF02D6}" type="pres">
      <dgm:prSet presAssocID="{020BE9AD-4F74-4031-A70E-D1082C1D3615}" presName="compNode" presStyleCnt="0"/>
      <dgm:spPr/>
    </dgm:pt>
    <dgm:pt modelId="{C37446FA-C6AA-4AF4-ABFC-4072F2EC9618}" type="pres">
      <dgm:prSet presAssocID="{020BE9AD-4F74-4031-A70E-D1082C1D3615}" presName="bgRect" presStyleLbl="bgShp" presStyleIdx="3" presStyleCnt="4"/>
      <dgm:spPr/>
    </dgm:pt>
    <dgm:pt modelId="{57017529-6F22-4579-8FA7-6FFF0A740ACD}" type="pres">
      <dgm:prSet presAssocID="{020BE9AD-4F74-4031-A70E-D1082C1D36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55DF421A-6C1D-41C5-9905-F0C7F75CAD26}" type="pres">
      <dgm:prSet presAssocID="{020BE9AD-4F74-4031-A70E-D1082C1D3615}" presName="spaceRect" presStyleCnt="0"/>
      <dgm:spPr/>
    </dgm:pt>
    <dgm:pt modelId="{1A80F992-CE87-431D-B32B-E8670A766F57}" type="pres">
      <dgm:prSet presAssocID="{020BE9AD-4F74-4031-A70E-D1082C1D361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8CEF101-F136-48F2-BB65-E45A3EECFED4}" type="presOf" srcId="{E8528100-8938-4C1E-91B4-8EDBBC8CAAD2}" destId="{3E188EA3-5883-4739-8EBA-10DAE4EDAD89}" srcOrd="0" destOrd="0" presId="urn:microsoft.com/office/officeart/2018/2/layout/IconVerticalSolidList"/>
    <dgm:cxn modelId="{965F1076-7BD5-4119-B7C0-FBF83A44804D}" srcId="{E8528100-8938-4C1E-91B4-8EDBBC8CAAD2}" destId="{56D48735-7A0D-42C8-A20D-4A7C7A30B8AA}" srcOrd="2" destOrd="0" parTransId="{8A2DAF0E-6218-44BB-8631-6731D20A7120}" sibTransId="{8B2500D9-28A1-46FE-95FB-8E60459BAD37}"/>
    <dgm:cxn modelId="{6B81D07B-61C2-40B9-A669-69395DFDD3E8}" type="presOf" srcId="{56D48735-7A0D-42C8-A20D-4A7C7A30B8AA}" destId="{5A397895-BA7B-438E-A5E3-68D1EE91A92A}" srcOrd="0" destOrd="0" presId="urn:microsoft.com/office/officeart/2018/2/layout/IconVerticalSolidList"/>
    <dgm:cxn modelId="{B1F8EA8F-1E1C-4BEC-A5F2-EAFCA671E056}" srcId="{E8528100-8938-4C1E-91B4-8EDBBC8CAAD2}" destId="{F59D27AC-8A11-48B8-B790-C6CA65C3BE1C}" srcOrd="0" destOrd="0" parTransId="{A994C3FD-F5B9-4156-B476-28B74299D0FD}" sibTransId="{92EA2E21-60E7-4688-A74F-08CFA6012160}"/>
    <dgm:cxn modelId="{67359293-0A25-4860-A490-51C958C8997A}" type="presOf" srcId="{020BE9AD-4F74-4031-A70E-D1082C1D3615}" destId="{1A80F992-CE87-431D-B32B-E8670A766F57}" srcOrd="0" destOrd="0" presId="urn:microsoft.com/office/officeart/2018/2/layout/IconVerticalSolidList"/>
    <dgm:cxn modelId="{BC9D40AB-8DF7-4AD9-B148-3A9616C54F89}" srcId="{E8528100-8938-4C1E-91B4-8EDBBC8CAAD2}" destId="{A019FC0A-EA09-4728-9662-01B03756D1BB}" srcOrd="1" destOrd="0" parTransId="{894AA573-9F4E-46DA-AA74-BB0EE39F204D}" sibTransId="{D7607E6D-C19C-4138-8D37-8B9B2C26B498}"/>
    <dgm:cxn modelId="{F80AD9C2-4266-429D-9DA0-FDEA2C3FA318}" type="presOf" srcId="{F59D27AC-8A11-48B8-B790-C6CA65C3BE1C}" destId="{6A93A251-A87B-460F-BBFE-2BC0749BEEC8}" srcOrd="0" destOrd="0" presId="urn:microsoft.com/office/officeart/2018/2/layout/IconVerticalSolidList"/>
    <dgm:cxn modelId="{BBFA06D2-D1BE-4499-A7AD-22FE1DC978C6}" type="presOf" srcId="{A019FC0A-EA09-4728-9662-01B03756D1BB}" destId="{4B1764BA-47C5-416B-8248-36F7A55499E6}" srcOrd="0" destOrd="0" presId="urn:microsoft.com/office/officeart/2018/2/layout/IconVerticalSolidList"/>
    <dgm:cxn modelId="{71EAA3DF-C4E2-4DE7-B7D7-620A823210BC}" srcId="{E8528100-8938-4C1E-91B4-8EDBBC8CAAD2}" destId="{020BE9AD-4F74-4031-A70E-D1082C1D3615}" srcOrd="3" destOrd="0" parTransId="{A00DA2D1-4785-4655-86B1-53B74342EA67}" sibTransId="{68C7DEBD-5966-404E-8B77-FC0A816062D9}"/>
    <dgm:cxn modelId="{D53352A7-72DC-4111-A43B-DB137B844E9E}" type="presParOf" srcId="{3E188EA3-5883-4739-8EBA-10DAE4EDAD89}" destId="{82F2A903-4232-4EBF-9209-C3623DC7A504}" srcOrd="0" destOrd="0" presId="urn:microsoft.com/office/officeart/2018/2/layout/IconVerticalSolidList"/>
    <dgm:cxn modelId="{2B850EFB-0496-4C2F-B7A9-2710D626E0C8}" type="presParOf" srcId="{82F2A903-4232-4EBF-9209-C3623DC7A504}" destId="{37E72BF8-2DD9-480B-8F7E-E79079B921E8}" srcOrd="0" destOrd="0" presId="urn:microsoft.com/office/officeart/2018/2/layout/IconVerticalSolidList"/>
    <dgm:cxn modelId="{7FFBF788-B3A8-4F1C-A985-4F9C8B17C88C}" type="presParOf" srcId="{82F2A903-4232-4EBF-9209-C3623DC7A504}" destId="{5328124D-3823-4D5E-80F5-5D628E4A85C2}" srcOrd="1" destOrd="0" presId="urn:microsoft.com/office/officeart/2018/2/layout/IconVerticalSolidList"/>
    <dgm:cxn modelId="{EE791B79-23B1-460A-85AF-D29B24782969}" type="presParOf" srcId="{82F2A903-4232-4EBF-9209-C3623DC7A504}" destId="{51335FFC-97CA-4E70-B81C-2D3B5615E569}" srcOrd="2" destOrd="0" presId="urn:microsoft.com/office/officeart/2018/2/layout/IconVerticalSolidList"/>
    <dgm:cxn modelId="{756B4A30-43A3-44C5-9C93-E0EE75E4888D}" type="presParOf" srcId="{82F2A903-4232-4EBF-9209-C3623DC7A504}" destId="{6A93A251-A87B-460F-BBFE-2BC0749BEEC8}" srcOrd="3" destOrd="0" presId="urn:microsoft.com/office/officeart/2018/2/layout/IconVerticalSolidList"/>
    <dgm:cxn modelId="{CF1712E5-CB24-46FB-8F31-36E12AC07A03}" type="presParOf" srcId="{3E188EA3-5883-4739-8EBA-10DAE4EDAD89}" destId="{456AFD38-EE67-44D8-ACF0-626C1DC29D6A}" srcOrd="1" destOrd="0" presId="urn:microsoft.com/office/officeart/2018/2/layout/IconVerticalSolidList"/>
    <dgm:cxn modelId="{19779554-3129-42E3-BAE4-2EF9FD054BC8}" type="presParOf" srcId="{3E188EA3-5883-4739-8EBA-10DAE4EDAD89}" destId="{CFD9897E-0E42-49E0-9C8A-F648C01C2096}" srcOrd="2" destOrd="0" presId="urn:microsoft.com/office/officeart/2018/2/layout/IconVerticalSolidList"/>
    <dgm:cxn modelId="{21536664-568D-446D-ADBE-9DF05F796485}" type="presParOf" srcId="{CFD9897E-0E42-49E0-9C8A-F648C01C2096}" destId="{2A55660D-EA18-4F89-BD2B-707226ED6BB6}" srcOrd="0" destOrd="0" presId="urn:microsoft.com/office/officeart/2018/2/layout/IconVerticalSolidList"/>
    <dgm:cxn modelId="{E5B4EB52-B4FB-4C04-ACA3-E9A9D93B3CF8}" type="presParOf" srcId="{CFD9897E-0E42-49E0-9C8A-F648C01C2096}" destId="{475A82F0-8C28-4041-B984-A689BD73E1F9}" srcOrd="1" destOrd="0" presId="urn:microsoft.com/office/officeart/2018/2/layout/IconVerticalSolidList"/>
    <dgm:cxn modelId="{B36B37F5-54EF-4BCC-ABBE-64E4D72311E2}" type="presParOf" srcId="{CFD9897E-0E42-49E0-9C8A-F648C01C2096}" destId="{5944C929-F378-4CDE-84A7-840287984674}" srcOrd="2" destOrd="0" presId="urn:microsoft.com/office/officeart/2018/2/layout/IconVerticalSolidList"/>
    <dgm:cxn modelId="{929C6EAE-E687-4E11-8ABA-D701E4FBDCE4}" type="presParOf" srcId="{CFD9897E-0E42-49E0-9C8A-F648C01C2096}" destId="{4B1764BA-47C5-416B-8248-36F7A55499E6}" srcOrd="3" destOrd="0" presId="urn:microsoft.com/office/officeart/2018/2/layout/IconVerticalSolidList"/>
    <dgm:cxn modelId="{60B03FB4-9B15-4684-8F6D-55988518CB8F}" type="presParOf" srcId="{3E188EA3-5883-4739-8EBA-10DAE4EDAD89}" destId="{881442B2-7825-45F6-8800-0DFB443BEEEA}" srcOrd="3" destOrd="0" presId="urn:microsoft.com/office/officeart/2018/2/layout/IconVerticalSolidList"/>
    <dgm:cxn modelId="{AA256668-F76F-46E3-B339-144A7994235F}" type="presParOf" srcId="{3E188EA3-5883-4739-8EBA-10DAE4EDAD89}" destId="{DD1C2FB8-DF22-411A-B194-FD353F3DA0BA}" srcOrd="4" destOrd="0" presId="urn:microsoft.com/office/officeart/2018/2/layout/IconVerticalSolidList"/>
    <dgm:cxn modelId="{9CF158A8-ACF6-4F97-ADFA-C26173EB6AA7}" type="presParOf" srcId="{DD1C2FB8-DF22-411A-B194-FD353F3DA0BA}" destId="{B7E7C96B-224B-488D-BECC-50D4949B3E7E}" srcOrd="0" destOrd="0" presId="urn:microsoft.com/office/officeart/2018/2/layout/IconVerticalSolidList"/>
    <dgm:cxn modelId="{F766C4F1-0798-4AA0-826E-37B57E280940}" type="presParOf" srcId="{DD1C2FB8-DF22-411A-B194-FD353F3DA0BA}" destId="{DA13E5BC-C4C0-4934-9D37-D2C4C02EA67E}" srcOrd="1" destOrd="0" presId="urn:microsoft.com/office/officeart/2018/2/layout/IconVerticalSolidList"/>
    <dgm:cxn modelId="{24DC1FC2-4965-4A89-85DC-0B56B57080AF}" type="presParOf" srcId="{DD1C2FB8-DF22-411A-B194-FD353F3DA0BA}" destId="{E9C202C5-6708-468F-B6CD-C5B66FF499F1}" srcOrd="2" destOrd="0" presId="urn:microsoft.com/office/officeart/2018/2/layout/IconVerticalSolidList"/>
    <dgm:cxn modelId="{7295E578-F678-443D-BA62-1C5C292DCB40}" type="presParOf" srcId="{DD1C2FB8-DF22-411A-B194-FD353F3DA0BA}" destId="{5A397895-BA7B-438E-A5E3-68D1EE91A92A}" srcOrd="3" destOrd="0" presId="urn:microsoft.com/office/officeart/2018/2/layout/IconVerticalSolidList"/>
    <dgm:cxn modelId="{1D0A5C4D-7141-48FF-AAA6-29CA4DF40005}" type="presParOf" srcId="{3E188EA3-5883-4739-8EBA-10DAE4EDAD89}" destId="{C9ACC860-401E-45A2-9137-FC2BDC491ACD}" srcOrd="5" destOrd="0" presId="urn:microsoft.com/office/officeart/2018/2/layout/IconVerticalSolidList"/>
    <dgm:cxn modelId="{7C1EF15A-218C-46E2-9E71-29EA76880CFB}" type="presParOf" srcId="{3E188EA3-5883-4739-8EBA-10DAE4EDAD89}" destId="{9460D28E-9F21-4CE8-B994-2143C3AF02D6}" srcOrd="6" destOrd="0" presId="urn:microsoft.com/office/officeart/2018/2/layout/IconVerticalSolidList"/>
    <dgm:cxn modelId="{548AD2EF-5816-4352-B74B-3F0699202328}" type="presParOf" srcId="{9460D28E-9F21-4CE8-B994-2143C3AF02D6}" destId="{C37446FA-C6AA-4AF4-ABFC-4072F2EC9618}" srcOrd="0" destOrd="0" presId="urn:microsoft.com/office/officeart/2018/2/layout/IconVerticalSolidList"/>
    <dgm:cxn modelId="{092D01C9-0011-40B5-81CB-9D8D883BF326}" type="presParOf" srcId="{9460D28E-9F21-4CE8-B994-2143C3AF02D6}" destId="{57017529-6F22-4579-8FA7-6FFF0A740ACD}" srcOrd="1" destOrd="0" presId="urn:microsoft.com/office/officeart/2018/2/layout/IconVerticalSolidList"/>
    <dgm:cxn modelId="{09050F1A-E47B-45AA-A736-3BA6DB621DCC}" type="presParOf" srcId="{9460D28E-9F21-4CE8-B994-2143C3AF02D6}" destId="{55DF421A-6C1D-41C5-9905-F0C7F75CAD26}" srcOrd="2" destOrd="0" presId="urn:microsoft.com/office/officeart/2018/2/layout/IconVerticalSolidList"/>
    <dgm:cxn modelId="{4DCC2372-CAAB-44AE-99E1-F603E764B4F3}" type="presParOf" srcId="{9460D28E-9F21-4CE8-B994-2143C3AF02D6}" destId="{1A80F992-CE87-431D-B32B-E8670A766F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FFA285-41FB-4056-90E8-F694BF6E7CD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958783-ED24-4F6D-AFDE-8B7C045442E4}">
      <dgm:prSet/>
      <dgm:spPr/>
      <dgm:t>
        <a:bodyPr/>
        <a:lstStyle/>
        <a:p>
          <a:r>
            <a:rPr lang="en-US" b="1"/>
            <a:t>What is Predictive Analytics?</a:t>
          </a:r>
          <a:endParaRPr lang="en-US"/>
        </a:p>
      </dgm:t>
    </dgm:pt>
    <dgm:pt modelId="{14E044A0-A972-4B1D-A089-C77DB0B8D299}" type="parTrans" cxnId="{7185ECAA-CA7A-45D8-8F21-A70E2A3EF505}">
      <dgm:prSet/>
      <dgm:spPr/>
      <dgm:t>
        <a:bodyPr/>
        <a:lstStyle/>
        <a:p>
          <a:endParaRPr lang="en-US"/>
        </a:p>
      </dgm:t>
    </dgm:pt>
    <dgm:pt modelId="{3B49BB97-6C43-44B1-8E3D-880A82DE07E0}" type="sibTrans" cxnId="{7185ECAA-CA7A-45D8-8F21-A70E2A3EF505}">
      <dgm:prSet/>
      <dgm:spPr/>
      <dgm:t>
        <a:bodyPr/>
        <a:lstStyle/>
        <a:p>
          <a:endParaRPr lang="en-US"/>
        </a:p>
      </dgm:t>
    </dgm:pt>
    <dgm:pt modelId="{00FA4807-7069-40DC-8685-C154448A6578}">
      <dgm:prSet/>
      <dgm:spPr/>
      <dgm:t>
        <a:bodyPr/>
        <a:lstStyle/>
        <a:p>
          <a:r>
            <a:rPr lang="en-US"/>
            <a:t>Predictive analytics uses historical data to predict future events and trends.</a:t>
          </a:r>
        </a:p>
      </dgm:t>
    </dgm:pt>
    <dgm:pt modelId="{F71068D1-0668-401F-94BE-7EB01113DE03}" type="parTrans" cxnId="{77978867-A2D9-4377-86D8-D04755DDE894}">
      <dgm:prSet/>
      <dgm:spPr/>
      <dgm:t>
        <a:bodyPr/>
        <a:lstStyle/>
        <a:p>
          <a:endParaRPr lang="en-US"/>
        </a:p>
      </dgm:t>
    </dgm:pt>
    <dgm:pt modelId="{CEA66DCC-F67E-4C22-9458-CEBC6FE0ADAE}" type="sibTrans" cxnId="{77978867-A2D9-4377-86D8-D04755DDE894}">
      <dgm:prSet/>
      <dgm:spPr/>
      <dgm:t>
        <a:bodyPr/>
        <a:lstStyle/>
        <a:p>
          <a:endParaRPr lang="en-US"/>
        </a:p>
      </dgm:t>
    </dgm:pt>
    <dgm:pt modelId="{45CA026F-D954-46BC-95EC-AEF931D8ACF7}">
      <dgm:prSet/>
      <dgm:spPr/>
      <dgm:t>
        <a:bodyPr/>
        <a:lstStyle/>
        <a:p>
          <a:r>
            <a:rPr lang="en-US" b="1"/>
            <a:t>Why Predictive Analytics?</a:t>
          </a:r>
          <a:endParaRPr lang="en-US"/>
        </a:p>
      </dgm:t>
    </dgm:pt>
    <dgm:pt modelId="{50C25D23-47ED-4362-9B88-1786F5F02BE8}" type="parTrans" cxnId="{595E1EB9-8BB9-4DA1-B796-54BB738D9EC5}">
      <dgm:prSet/>
      <dgm:spPr/>
      <dgm:t>
        <a:bodyPr/>
        <a:lstStyle/>
        <a:p>
          <a:endParaRPr lang="en-US"/>
        </a:p>
      </dgm:t>
    </dgm:pt>
    <dgm:pt modelId="{3060C94A-E643-41FE-81F1-D1D358EB50FF}" type="sibTrans" cxnId="{595E1EB9-8BB9-4DA1-B796-54BB738D9EC5}">
      <dgm:prSet/>
      <dgm:spPr/>
      <dgm:t>
        <a:bodyPr/>
        <a:lstStyle/>
        <a:p>
          <a:endParaRPr lang="en-US"/>
        </a:p>
      </dgm:t>
    </dgm:pt>
    <dgm:pt modelId="{AB75595F-8340-465C-AA9E-428B9F523E47}">
      <dgm:prSet/>
      <dgm:spPr/>
      <dgm:t>
        <a:bodyPr/>
        <a:lstStyle/>
        <a:p>
          <a:r>
            <a:rPr lang="en-US"/>
            <a:t>It can help businesses identify customers likely to churn before they leave.</a:t>
          </a:r>
        </a:p>
      </dgm:t>
    </dgm:pt>
    <dgm:pt modelId="{0F7077E3-A6F2-492D-9EA3-E353B1578E03}" type="parTrans" cxnId="{06416235-DDC0-4FD1-9A7D-2826EE098B9E}">
      <dgm:prSet/>
      <dgm:spPr/>
      <dgm:t>
        <a:bodyPr/>
        <a:lstStyle/>
        <a:p>
          <a:endParaRPr lang="en-US"/>
        </a:p>
      </dgm:t>
    </dgm:pt>
    <dgm:pt modelId="{923CC7C7-9686-4015-AA1E-B6FEEF0CC0B2}" type="sibTrans" cxnId="{06416235-DDC0-4FD1-9A7D-2826EE098B9E}">
      <dgm:prSet/>
      <dgm:spPr/>
      <dgm:t>
        <a:bodyPr/>
        <a:lstStyle/>
        <a:p>
          <a:endParaRPr lang="en-US"/>
        </a:p>
      </dgm:t>
    </dgm:pt>
    <dgm:pt modelId="{3990E8B3-00B9-4EDF-ACF5-37D2FC2BFD8E}">
      <dgm:prSet/>
      <dgm:spPr/>
      <dgm:t>
        <a:bodyPr/>
        <a:lstStyle/>
        <a:p>
          <a:r>
            <a:rPr lang="en-US"/>
            <a:t>Provides businesses with a chance to take proactive steps to prevent churn and boost retention.</a:t>
          </a:r>
        </a:p>
      </dgm:t>
    </dgm:pt>
    <dgm:pt modelId="{6EE1E433-4273-4A5B-B6B5-0B9A77B40DE3}" type="parTrans" cxnId="{20C75590-2580-479A-947A-AC46631B8725}">
      <dgm:prSet/>
      <dgm:spPr/>
      <dgm:t>
        <a:bodyPr/>
        <a:lstStyle/>
        <a:p>
          <a:endParaRPr lang="en-US"/>
        </a:p>
      </dgm:t>
    </dgm:pt>
    <dgm:pt modelId="{5A76FEC1-4824-4E6E-8B10-5569191A36D7}" type="sibTrans" cxnId="{20C75590-2580-479A-947A-AC46631B8725}">
      <dgm:prSet/>
      <dgm:spPr/>
      <dgm:t>
        <a:bodyPr/>
        <a:lstStyle/>
        <a:p>
          <a:endParaRPr lang="en-US"/>
        </a:p>
      </dgm:t>
    </dgm:pt>
    <dgm:pt modelId="{E003B320-8AAC-4684-84B1-B3B14F610FE0}" type="pres">
      <dgm:prSet presAssocID="{89FFA285-41FB-4056-90E8-F694BF6E7CD3}" presName="linear" presStyleCnt="0">
        <dgm:presLayoutVars>
          <dgm:dir/>
          <dgm:animLvl val="lvl"/>
          <dgm:resizeHandles val="exact"/>
        </dgm:presLayoutVars>
      </dgm:prSet>
      <dgm:spPr/>
    </dgm:pt>
    <dgm:pt modelId="{18DAB978-B65A-4CCB-AF0C-BD5D9C4F5412}" type="pres">
      <dgm:prSet presAssocID="{D4958783-ED24-4F6D-AFDE-8B7C045442E4}" presName="parentLin" presStyleCnt="0"/>
      <dgm:spPr/>
    </dgm:pt>
    <dgm:pt modelId="{3B92B543-8E31-4F73-9C88-3834FBD0E9D7}" type="pres">
      <dgm:prSet presAssocID="{D4958783-ED24-4F6D-AFDE-8B7C045442E4}" presName="parentLeftMargin" presStyleLbl="node1" presStyleIdx="0" presStyleCnt="2"/>
      <dgm:spPr/>
    </dgm:pt>
    <dgm:pt modelId="{4BA6496D-3714-4CBE-B48F-D920BC6C3F0B}" type="pres">
      <dgm:prSet presAssocID="{D4958783-ED24-4F6D-AFDE-8B7C045442E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FA097F-C3E6-4E40-A6D2-D7955BA5DD6D}" type="pres">
      <dgm:prSet presAssocID="{D4958783-ED24-4F6D-AFDE-8B7C045442E4}" presName="negativeSpace" presStyleCnt="0"/>
      <dgm:spPr/>
    </dgm:pt>
    <dgm:pt modelId="{3DBA3772-1BFB-4F0B-A458-BDEC1262A76D}" type="pres">
      <dgm:prSet presAssocID="{D4958783-ED24-4F6D-AFDE-8B7C045442E4}" presName="childText" presStyleLbl="conFgAcc1" presStyleIdx="0" presStyleCnt="2">
        <dgm:presLayoutVars>
          <dgm:bulletEnabled val="1"/>
        </dgm:presLayoutVars>
      </dgm:prSet>
      <dgm:spPr/>
    </dgm:pt>
    <dgm:pt modelId="{79E22297-9A79-4C54-BAA1-44197405F6BF}" type="pres">
      <dgm:prSet presAssocID="{3B49BB97-6C43-44B1-8E3D-880A82DE07E0}" presName="spaceBetweenRectangles" presStyleCnt="0"/>
      <dgm:spPr/>
    </dgm:pt>
    <dgm:pt modelId="{FE3D655E-85BA-4898-9F9B-2BED565D71E4}" type="pres">
      <dgm:prSet presAssocID="{45CA026F-D954-46BC-95EC-AEF931D8ACF7}" presName="parentLin" presStyleCnt="0"/>
      <dgm:spPr/>
    </dgm:pt>
    <dgm:pt modelId="{2B74B078-0F23-407D-978F-3966CB55379C}" type="pres">
      <dgm:prSet presAssocID="{45CA026F-D954-46BC-95EC-AEF931D8ACF7}" presName="parentLeftMargin" presStyleLbl="node1" presStyleIdx="0" presStyleCnt="2"/>
      <dgm:spPr/>
    </dgm:pt>
    <dgm:pt modelId="{93009B90-A70A-4D36-856C-1E56DC1F2008}" type="pres">
      <dgm:prSet presAssocID="{45CA026F-D954-46BC-95EC-AEF931D8ACF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FB55FF1-9E22-4F24-8284-F20C7959DC82}" type="pres">
      <dgm:prSet presAssocID="{45CA026F-D954-46BC-95EC-AEF931D8ACF7}" presName="negativeSpace" presStyleCnt="0"/>
      <dgm:spPr/>
    </dgm:pt>
    <dgm:pt modelId="{71EA6351-F73D-4A4B-ADC4-35A03B1CC4B9}" type="pres">
      <dgm:prSet presAssocID="{45CA026F-D954-46BC-95EC-AEF931D8ACF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D5E3E0C-53D4-4754-B61D-C4C7178084D4}" type="presOf" srcId="{3990E8B3-00B9-4EDF-ACF5-37D2FC2BFD8E}" destId="{71EA6351-F73D-4A4B-ADC4-35A03B1CC4B9}" srcOrd="0" destOrd="1" presId="urn:microsoft.com/office/officeart/2005/8/layout/list1"/>
    <dgm:cxn modelId="{06416235-DDC0-4FD1-9A7D-2826EE098B9E}" srcId="{45CA026F-D954-46BC-95EC-AEF931D8ACF7}" destId="{AB75595F-8340-465C-AA9E-428B9F523E47}" srcOrd="0" destOrd="0" parTransId="{0F7077E3-A6F2-492D-9EA3-E353B1578E03}" sibTransId="{923CC7C7-9686-4015-AA1E-B6FEEF0CC0B2}"/>
    <dgm:cxn modelId="{654F7B3C-6E9A-4F0F-8334-723D1E2822FF}" type="presOf" srcId="{89FFA285-41FB-4056-90E8-F694BF6E7CD3}" destId="{E003B320-8AAC-4684-84B1-B3B14F610FE0}" srcOrd="0" destOrd="0" presId="urn:microsoft.com/office/officeart/2005/8/layout/list1"/>
    <dgm:cxn modelId="{85C60067-CC49-4B3E-BE5C-349872E69BFD}" type="presOf" srcId="{D4958783-ED24-4F6D-AFDE-8B7C045442E4}" destId="{4BA6496D-3714-4CBE-B48F-D920BC6C3F0B}" srcOrd="1" destOrd="0" presId="urn:microsoft.com/office/officeart/2005/8/layout/list1"/>
    <dgm:cxn modelId="{77978867-A2D9-4377-86D8-D04755DDE894}" srcId="{D4958783-ED24-4F6D-AFDE-8B7C045442E4}" destId="{00FA4807-7069-40DC-8685-C154448A6578}" srcOrd="0" destOrd="0" parTransId="{F71068D1-0668-401F-94BE-7EB01113DE03}" sibTransId="{CEA66DCC-F67E-4C22-9458-CEBC6FE0ADAE}"/>
    <dgm:cxn modelId="{B8F7316C-17E2-49E5-BF11-4797E51E5E10}" type="presOf" srcId="{00FA4807-7069-40DC-8685-C154448A6578}" destId="{3DBA3772-1BFB-4F0B-A458-BDEC1262A76D}" srcOrd="0" destOrd="0" presId="urn:microsoft.com/office/officeart/2005/8/layout/list1"/>
    <dgm:cxn modelId="{20C75590-2580-479A-947A-AC46631B8725}" srcId="{45CA026F-D954-46BC-95EC-AEF931D8ACF7}" destId="{3990E8B3-00B9-4EDF-ACF5-37D2FC2BFD8E}" srcOrd="1" destOrd="0" parTransId="{6EE1E433-4273-4A5B-B6B5-0B9A77B40DE3}" sibTransId="{5A76FEC1-4824-4E6E-8B10-5569191A36D7}"/>
    <dgm:cxn modelId="{A926D3A4-CE52-42FC-96B7-C03C125F1C93}" type="presOf" srcId="{45CA026F-D954-46BC-95EC-AEF931D8ACF7}" destId="{93009B90-A70A-4D36-856C-1E56DC1F2008}" srcOrd="1" destOrd="0" presId="urn:microsoft.com/office/officeart/2005/8/layout/list1"/>
    <dgm:cxn modelId="{7185ECAA-CA7A-45D8-8F21-A70E2A3EF505}" srcId="{89FFA285-41FB-4056-90E8-F694BF6E7CD3}" destId="{D4958783-ED24-4F6D-AFDE-8B7C045442E4}" srcOrd="0" destOrd="0" parTransId="{14E044A0-A972-4B1D-A089-C77DB0B8D299}" sibTransId="{3B49BB97-6C43-44B1-8E3D-880A82DE07E0}"/>
    <dgm:cxn modelId="{570EF4B0-C2FB-4F62-BCB3-185CA9A8A68A}" type="presOf" srcId="{45CA026F-D954-46BC-95EC-AEF931D8ACF7}" destId="{2B74B078-0F23-407D-978F-3966CB55379C}" srcOrd="0" destOrd="0" presId="urn:microsoft.com/office/officeart/2005/8/layout/list1"/>
    <dgm:cxn modelId="{595E1EB9-8BB9-4DA1-B796-54BB738D9EC5}" srcId="{89FFA285-41FB-4056-90E8-F694BF6E7CD3}" destId="{45CA026F-D954-46BC-95EC-AEF931D8ACF7}" srcOrd="1" destOrd="0" parTransId="{50C25D23-47ED-4362-9B88-1786F5F02BE8}" sibTransId="{3060C94A-E643-41FE-81F1-D1D358EB50FF}"/>
    <dgm:cxn modelId="{57F7E5C5-19FB-472E-83E7-941C0D0D35B2}" type="presOf" srcId="{AB75595F-8340-465C-AA9E-428B9F523E47}" destId="{71EA6351-F73D-4A4B-ADC4-35A03B1CC4B9}" srcOrd="0" destOrd="0" presId="urn:microsoft.com/office/officeart/2005/8/layout/list1"/>
    <dgm:cxn modelId="{B88A85E1-2439-454D-9321-B67FCA20A0B2}" type="presOf" srcId="{D4958783-ED24-4F6D-AFDE-8B7C045442E4}" destId="{3B92B543-8E31-4F73-9C88-3834FBD0E9D7}" srcOrd="0" destOrd="0" presId="urn:microsoft.com/office/officeart/2005/8/layout/list1"/>
    <dgm:cxn modelId="{049E9675-C615-4B7A-909E-A6B95B2F24A6}" type="presParOf" srcId="{E003B320-8AAC-4684-84B1-B3B14F610FE0}" destId="{18DAB978-B65A-4CCB-AF0C-BD5D9C4F5412}" srcOrd="0" destOrd="0" presId="urn:microsoft.com/office/officeart/2005/8/layout/list1"/>
    <dgm:cxn modelId="{E2B6817D-C7AB-4FE9-820E-DC7DDA4AAEC0}" type="presParOf" srcId="{18DAB978-B65A-4CCB-AF0C-BD5D9C4F5412}" destId="{3B92B543-8E31-4F73-9C88-3834FBD0E9D7}" srcOrd="0" destOrd="0" presId="urn:microsoft.com/office/officeart/2005/8/layout/list1"/>
    <dgm:cxn modelId="{E22425A0-29A7-4DDF-93CB-1230FB560A61}" type="presParOf" srcId="{18DAB978-B65A-4CCB-AF0C-BD5D9C4F5412}" destId="{4BA6496D-3714-4CBE-B48F-D920BC6C3F0B}" srcOrd="1" destOrd="0" presId="urn:microsoft.com/office/officeart/2005/8/layout/list1"/>
    <dgm:cxn modelId="{5FC0E372-7A08-4885-B679-BA5C43BC1490}" type="presParOf" srcId="{E003B320-8AAC-4684-84B1-B3B14F610FE0}" destId="{B3FA097F-C3E6-4E40-A6D2-D7955BA5DD6D}" srcOrd="1" destOrd="0" presId="urn:microsoft.com/office/officeart/2005/8/layout/list1"/>
    <dgm:cxn modelId="{A2948BC7-EFC9-4B73-9BAD-5092B680B72E}" type="presParOf" srcId="{E003B320-8AAC-4684-84B1-B3B14F610FE0}" destId="{3DBA3772-1BFB-4F0B-A458-BDEC1262A76D}" srcOrd="2" destOrd="0" presId="urn:microsoft.com/office/officeart/2005/8/layout/list1"/>
    <dgm:cxn modelId="{48567FA7-9B35-43DC-844C-1BF7E8F87EAA}" type="presParOf" srcId="{E003B320-8AAC-4684-84B1-B3B14F610FE0}" destId="{79E22297-9A79-4C54-BAA1-44197405F6BF}" srcOrd="3" destOrd="0" presId="urn:microsoft.com/office/officeart/2005/8/layout/list1"/>
    <dgm:cxn modelId="{97CC910E-3AC3-40A5-B2FB-62CE86CAC954}" type="presParOf" srcId="{E003B320-8AAC-4684-84B1-B3B14F610FE0}" destId="{FE3D655E-85BA-4898-9F9B-2BED565D71E4}" srcOrd="4" destOrd="0" presId="urn:microsoft.com/office/officeart/2005/8/layout/list1"/>
    <dgm:cxn modelId="{D1B5BED5-8355-4DCD-9163-5DF8CE5B4F3A}" type="presParOf" srcId="{FE3D655E-85BA-4898-9F9B-2BED565D71E4}" destId="{2B74B078-0F23-407D-978F-3966CB55379C}" srcOrd="0" destOrd="0" presId="urn:microsoft.com/office/officeart/2005/8/layout/list1"/>
    <dgm:cxn modelId="{B2EE6F47-F697-42A3-8D31-8298B4E906F6}" type="presParOf" srcId="{FE3D655E-85BA-4898-9F9B-2BED565D71E4}" destId="{93009B90-A70A-4D36-856C-1E56DC1F2008}" srcOrd="1" destOrd="0" presId="urn:microsoft.com/office/officeart/2005/8/layout/list1"/>
    <dgm:cxn modelId="{886A08CA-89FD-4234-95BD-4DCF154A1813}" type="presParOf" srcId="{E003B320-8AAC-4684-84B1-B3B14F610FE0}" destId="{EFB55FF1-9E22-4F24-8284-F20C7959DC82}" srcOrd="5" destOrd="0" presId="urn:microsoft.com/office/officeart/2005/8/layout/list1"/>
    <dgm:cxn modelId="{0F8022DC-CF9F-4505-844F-AEBBE1D20A1A}" type="presParOf" srcId="{E003B320-8AAC-4684-84B1-B3B14F610FE0}" destId="{71EA6351-F73D-4A4B-ADC4-35A03B1CC4B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BE033E-D55F-4B20-9588-830CE0256336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53E8EBB-9DA7-4A02-BB3A-F320FF8A2C6B}">
      <dgm:prSet/>
      <dgm:spPr/>
      <dgm:t>
        <a:bodyPr/>
        <a:lstStyle/>
        <a:p>
          <a:r>
            <a:rPr lang="en-US" b="1" i="0" baseline="0"/>
            <a:t>Why is data preparation important?</a:t>
          </a:r>
          <a:endParaRPr lang="en-US"/>
        </a:p>
      </dgm:t>
    </dgm:pt>
    <dgm:pt modelId="{300C945D-E7E3-4E37-9965-C5DECE56E94E}" type="parTrans" cxnId="{6EAE0FE9-D305-47F4-BEB6-EB60B0A134F8}">
      <dgm:prSet/>
      <dgm:spPr/>
      <dgm:t>
        <a:bodyPr/>
        <a:lstStyle/>
        <a:p>
          <a:endParaRPr lang="en-US"/>
        </a:p>
      </dgm:t>
    </dgm:pt>
    <dgm:pt modelId="{2C47C326-986F-4CAD-B9A1-7A078B1017F3}" type="sibTrans" cxnId="{6EAE0FE9-D305-47F4-BEB6-EB60B0A134F8}">
      <dgm:prSet/>
      <dgm:spPr/>
      <dgm:t>
        <a:bodyPr/>
        <a:lstStyle/>
        <a:p>
          <a:endParaRPr lang="en-US"/>
        </a:p>
      </dgm:t>
    </dgm:pt>
    <dgm:pt modelId="{2B75E018-2452-4AE0-9A41-B9E4B6541680}">
      <dgm:prSet/>
      <dgm:spPr/>
      <dgm:t>
        <a:bodyPr/>
        <a:lstStyle/>
        <a:p>
          <a:r>
            <a:rPr lang="en-US" b="0" i="0" baseline="0"/>
            <a:t>Ensures the quality and accuracy of data, which is vital for building reliable models.</a:t>
          </a:r>
          <a:endParaRPr lang="en-US"/>
        </a:p>
      </dgm:t>
    </dgm:pt>
    <dgm:pt modelId="{69463D69-73CA-41B6-92CD-414DCF9B538D}" type="parTrans" cxnId="{D856BDB5-12F7-4EC6-92D4-8A08D60EF87C}">
      <dgm:prSet/>
      <dgm:spPr/>
      <dgm:t>
        <a:bodyPr/>
        <a:lstStyle/>
        <a:p>
          <a:endParaRPr lang="en-US"/>
        </a:p>
      </dgm:t>
    </dgm:pt>
    <dgm:pt modelId="{CF9046EC-D54E-466F-BF30-1029BCA7D793}" type="sibTrans" cxnId="{D856BDB5-12F7-4EC6-92D4-8A08D60EF87C}">
      <dgm:prSet/>
      <dgm:spPr/>
      <dgm:t>
        <a:bodyPr/>
        <a:lstStyle/>
        <a:p>
          <a:endParaRPr lang="en-US"/>
        </a:p>
      </dgm:t>
    </dgm:pt>
    <dgm:pt modelId="{995F118D-7DBD-4AF6-A43E-6298CE83C417}">
      <dgm:prSet/>
      <dgm:spPr/>
      <dgm:t>
        <a:bodyPr/>
        <a:lstStyle/>
        <a:p>
          <a:r>
            <a:rPr lang="en-US" b="1" i="0" baseline="0"/>
            <a:t>Steps involved</a:t>
          </a:r>
          <a:r>
            <a:rPr lang="en-US" b="0" i="0" baseline="0"/>
            <a:t>:</a:t>
          </a:r>
          <a:endParaRPr lang="en-US"/>
        </a:p>
      </dgm:t>
    </dgm:pt>
    <dgm:pt modelId="{02F40720-0089-4718-8E94-2DCD03FE9205}" type="parTrans" cxnId="{7F80D103-4334-48B2-BE91-B1D2AF7D913D}">
      <dgm:prSet/>
      <dgm:spPr/>
      <dgm:t>
        <a:bodyPr/>
        <a:lstStyle/>
        <a:p>
          <a:endParaRPr lang="en-US"/>
        </a:p>
      </dgm:t>
    </dgm:pt>
    <dgm:pt modelId="{A1DDDB64-8A03-4579-B157-FB639B7CB7D2}" type="sibTrans" cxnId="{7F80D103-4334-48B2-BE91-B1D2AF7D913D}">
      <dgm:prSet/>
      <dgm:spPr/>
      <dgm:t>
        <a:bodyPr/>
        <a:lstStyle/>
        <a:p>
          <a:endParaRPr lang="en-US"/>
        </a:p>
      </dgm:t>
    </dgm:pt>
    <dgm:pt modelId="{32ADF22A-4100-4091-8F45-B18C51E39B26}">
      <dgm:prSet/>
      <dgm:spPr/>
      <dgm:t>
        <a:bodyPr/>
        <a:lstStyle/>
        <a:p>
          <a:r>
            <a:rPr lang="en-US" b="1" i="0" baseline="0"/>
            <a:t>Cleaning the data</a:t>
          </a:r>
          <a:r>
            <a:rPr lang="en-US" b="0" i="0" baseline="0"/>
            <a:t>: Removing duplicates, handling missing data, and correcting errors.</a:t>
          </a:r>
          <a:endParaRPr lang="en-US"/>
        </a:p>
      </dgm:t>
    </dgm:pt>
    <dgm:pt modelId="{437C3028-6664-4101-BEE6-A436CFAFA416}" type="parTrans" cxnId="{1506F27F-0DB9-4DC0-A269-DE4DF3C7F9BC}">
      <dgm:prSet/>
      <dgm:spPr/>
      <dgm:t>
        <a:bodyPr/>
        <a:lstStyle/>
        <a:p>
          <a:endParaRPr lang="en-US"/>
        </a:p>
      </dgm:t>
    </dgm:pt>
    <dgm:pt modelId="{9AC1207C-425D-4A30-9883-806A03E461AC}" type="sibTrans" cxnId="{1506F27F-0DB9-4DC0-A269-DE4DF3C7F9BC}">
      <dgm:prSet/>
      <dgm:spPr/>
      <dgm:t>
        <a:bodyPr/>
        <a:lstStyle/>
        <a:p>
          <a:endParaRPr lang="en-US"/>
        </a:p>
      </dgm:t>
    </dgm:pt>
    <dgm:pt modelId="{79CFA264-81B2-4E7D-94C5-D3697762CDF6}">
      <dgm:prSet/>
      <dgm:spPr/>
      <dgm:t>
        <a:bodyPr/>
        <a:lstStyle/>
        <a:p>
          <a:r>
            <a:rPr lang="en-US" b="1" i="0" baseline="0"/>
            <a:t>Structuring the data</a:t>
          </a:r>
          <a:r>
            <a:rPr lang="en-US" b="0" i="0" baseline="0"/>
            <a:t>: Organizing data into a format that models can use efficiently.</a:t>
          </a:r>
          <a:endParaRPr lang="en-US"/>
        </a:p>
      </dgm:t>
    </dgm:pt>
    <dgm:pt modelId="{FD598E9B-5D98-4F1D-AFBD-EC1707CA173D}" type="parTrans" cxnId="{BB730587-0E0A-4076-9753-936030FCD356}">
      <dgm:prSet/>
      <dgm:spPr/>
      <dgm:t>
        <a:bodyPr/>
        <a:lstStyle/>
        <a:p>
          <a:endParaRPr lang="en-US"/>
        </a:p>
      </dgm:t>
    </dgm:pt>
    <dgm:pt modelId="{85F6AD13-7E88-4976-916A-33BF6D59C0C1}" type="sibTrans" cxnId="{BB730587-0E0A-4076-9753-936030FCD356}">
      <dgm:prSet/>
      <dgm:spPr/>
      <dgm:t>
        <a:bodyPr/>
        <a:lstStyle/>
        <a:p>
          <a:endParaRPr lang="en-US"/>
        </a:p>
      </dgm:t>
    </dgm:pt>
    <dgm:pt modelId="{47B0E9E9-4E36-48EC-904F-FB48ED361136}">
      <dgm:prSet/>
      <dgm:spPr/>
      <dgm:t>
        <a:bodyPr/>
        <a:lstStyle/>
        <a:p>
          <a:r>
            <a:rPr lang="en-US" b="1" i="0" baseline="0"/>
            <a:t>Feature engineering</a:t>
          </a:r>
          <a:r>
            <a:rPr lang="en-US" b="0" i="0" baseline="0"/>
            <a:t>: Creating new variables that capture important customer behaviors.</a:t>
          </a:r>
          <a:endParaRPr lang="en-US"/>
        </a:p>
      </dgm:t>
    </dgm:pt>
    <dgm:pt modelId="{D1540A55-8DED-4E3D-BDFD-DA5CE0747519}" type="parTrans" cxnId="{E201F850-2633-465A-A548-0DD164C2FA61}">
      <dgm:prSet/>
      <dgm:spPr/>
      <dgm:t>
        <a:bodyPr/>
        <a:lstStyle/>
        <a:p>
          <a:endParaRPr lang="en-US"/>
        </a:p>
      </dgm:t>
    </dgm:pt>
    <dgm:pt modelId="{41B98134-1F56-42BD-8BC5-7258B88F92B6}" type="sibTrans" cxnId="{E201F850-2633-465A-A548-0DD164C2FA61}">
      <dgm:prSet/>
      <dgm:spPr/>
      <dgm:t>
        <a:bodyPr/>
        <a:lstStyle/>
        <a:p>
          <a:endParaRPr lang="en-US"/>
        </a:p>
      </dgm:t>
    </dgm:pt>
    <dgm:pt modelId="{779161AF-B65F-465B-89FC-6E7C882D8245}" type="pres">
      <dgm:prSet presAssocID="{0DBE033E-D55F-4B20-9588-830CE0256336}" presName="Name0" presStyleCnt="0">
        <dgm:presLayoutVars>
          <dgm:dir/>
          <dgm:resizeHandles val="exact"/>
        </dgm:presLayoutVars>
      </dgm:prSet>
      <dgm:spPr/>
    </dgm:pt>
    <dgm:pt modelId="{EB26135D-1E20-4601-B1B8-CFF67FBFB168}" type="pres">
      <dgm:prSet presAssocID="{F53E8EBB-9DA7-4A02-BB3A-F320FF8A2C6B}" presName="node" presStyleLbl="node1" presStyleIdx="0" presStyleCnt="6">
        <dgm:presLayoutVars>
          <dgm:bulletEnabled val="1"/>
        </dgm:presLayoutVars>
      </dgm:prSet>
      <dgm:spPr/>
    </dgm:pt>
    <dgm:pt modelId="{A708194C-522F-4743-9550-79F638A102B6}" type="pres">
      <dgm:prSet presAssocID="{2C47C326-986F-4CAD-B9A1-7A078B1017F3}" presName="sibTrans" presStyleLbl="sibTrans1D1" presStyleIdx="0" presStyleCnt="5"/>
      <dgm:spPr/>
    </dgm:pt>
    <dgm:pt modelId="{A0C0A276-5785-4194-B9F6-8EE2FB808233}" type="pres">
      <dgm:prSet presAssocID="{2C47C326-986F-4CAD-B9A1-7A078B1017F3}" presName="connectorText" presStyleLbl="sibTrans1D1" presStyleIdx="0" presStyleCnt="5"/>
      <dgm:spPr/>
    </dgm:pt>
    <dgm:pt modelId="{669D4A32-ECEF-455C-9559-878DD01DEC3E}" type="pres">
      <dgm:prSet presAssocID="{2B75E018-2452-4AE0-9A41-B9E4B6541680}" presName="node" presStyleLbl="node1" presStyleIdx="1" presStyleCnt="6">
        <dgm:presLayoutVars>
          <dgm:bulletEnabled val="1"/>
        </dgm:presLayoutVars>
      </dgm:prSet>
      <dgm:spPr/>
    </dgm:pt>
    <dgm:pt modelId="{A7F290FE-B1CD-4AA8-B3BF-965F6DAB884D}" type="pres">
      <dgm:prSet presAssocID="{CF9046EC-D54E-466F-BF30-1029BCA7D793}" presName="sibTrans" presStyleLbl="sibTrans1D1" presStyleIdx="1" presStyleCnt="5"/>
      <dgm:spPr/>
    </dgm:pt>
    <dgm:pt modelId="{2D0AE025-005F-485F-A6A7-F3E9DFA4165B}" type="pres">
      <dgm:prSet presAssocID="{CF9046EC-D54E-466F-BF30-1029BCA7D793}" presName="connectorText" presStyleLbl="sibTrans1D1" presStyleIdx="1" presStyleCnt="5"/>
      <dgm:spPr/>
    </dgm:pt>
    <dgm:pt modelId="{797CD054-DB8D-4F22-B2EC-0387930D1DD3}" type="pres">
      <dgm:prSet presAssocID="{995F118D-7DBD-4AF6-A43E-6298CE83C417}" presName="node" presStyleLbl="node1" presStyleIdx="2" presStyleCnt="6">
        <dgm:presLayoutVars>
          <dgm:bulletEnabled val="1"/>
        </dgm:presLayoutVars>
      </dgm:prSet>
      <dgm:spPr/>
    </dgm:pt>
    <dgm:pt modelId="{0D47592C-044B-418F-AA81-E49E604FB1F8}" type="pres">
      <dgm:prSet presAssocID="{A1DDDB64-8A03-4579-B157-FB639B7CB7D2}" presName="sibTrans" presStyleLbl="sibTrans1D1" presStyleIdx="2" presStyleCnt="5"/>
      <dgm:spPr/>
    </dgm:pt>
    <dgm:pt modelId="{3B5BA18B-16CC-4A04-BD50-1FEDD7F42643}" type="pres">
      <dgm:prSet presAssocID="{A1DDDB64-8A03-4579-B157-FB639B7CB7D2}" presName="connectorText" presStyleLbl="sibTrans1D1" presStyleIdx="2" presStyleCnt="5"/>
      <dgm:spPr/>
    </dgm:pt>
    <dgm:pt modelId="{C0A28AF5-2095-4941-B910-C880944C8A41}" type="pres">
      <dgm:prSet presAssocID="{32ADF22A-4100-4091-8F45-B18C51E39B26}" presName="node" presStyleLbl="node1" presStyleIdx="3" presStyleCnt="6">
        <dgm:presLayoutVars>
          <dgm:bulletEnabled val="1"/>
        </dgm:presLayoutVars>
      </dgm:prSet>
      <dgm:spPr/>
    </dgm:pt>
    <dgm:pt modelId="{B6E5B2A3-F983-49C2-9716-6A985D8E0FAF}" type="pres">
      <dgm:prSet presAssocID="{9AC1207C-425D-4A30-9883-806A03E461AC}" presName="sibTrans" presStyleLbl="sibTrans1D1" presStyleIdx="3" presStyleCnt="5"/>
      <dgm:spPr/>
    </dgm:pt>
    <dgm:pt modelId="{71DF9986-7383-4F99-B702-CF7E191B8C28}" type="pres">
      <dgm:prSet presAssocID="{9AC1207C-425D-4A30-9883-806A03E461AC}" presName="connectorText" presStyleLbl="sibTrans1D1" presStyleIdx="3" presStyleCnt="5"/>
      <dgm:spPr/>
    </dgm:pt>
    <dgm:pt modelId="{123BED7C-AA33-4187-8115-7B2AB315D05B}" type="pres">
      <dgm:prSet presAssocID="{79CFA264-81B2-4E7D-94C5-D3697762CDF6}" presName="node" presStyleLbl="node1" presStyleIdx="4" presStyleCnt="6">
        <dgm:presLayoutVars>
          <dgm:bulletEnabled val="1"/>
        </dgm:presLayoutVars>
      </dgm:prSet>
      <dgm:spPr/>
    </dgm:pt>
    <dgm:pt modelId="{50584EF4-CFA7-4A13-AA06-F6946E9F5DAE}" type="pres">
      <dgm:prSet presAssocID="{85F6AD13-7E88-4976-916A-33BF6D59C0C1}" presName="sibTrans" presStyleLbl="sibTrans1D1" presStyleIdx="4" presStyleCnt="5"/>
      <dgm:spPr/>
    </dgm:pt>
    <dgm:pt modelId="{1502F87C-B0BB-45CD-BF27-2F39D7A6AB82}" type="pres">
      <dgm:prSet presAssocID="{85F6AD13-7E88-4976-916A-33BF6D59C0C1}" presName="connectorText" presStyleLbl="sibTrans1D1" presStyleIdx="4" presStyleCnt="5"/>
      <dgm:spPr/>
    </dgm:pt>
    <dgm:pt modelId="{5F1D5DDE-0BE8-4681-9DD2-F18EF1C7EE4C}" type="pres">
      <dgm:prSet presAssocID="{47B0E9E9-4E36-48EC-904F-FB48ED361136}" presName="node" presStyleLbl="node1" presStyleIdx="5" presStyleCnt="6">
        <dgm:presLayoutVars>
          <dgm:bulletEnabled val="1"/>
        </dgm:presLayoutVars>
      </dgm:prSet>
      <dgm:spPr/>
    </dgm:pt>
  </dgm:ptLst>
  <dgm:cxnLst>
    <dgm:cxn modelId="{7F80D103-4334-48B2-BE91-B1D2AF7D913D}" srcId="{0DBE033E-D55F-4B20-9588-830CE0256336}" destId="{995F118D-7DBD-4AF6-A43E-6298CE83C417}" srcOrd="2" destOrd="0" parTransId="{02F40720-0089-4718-8E94-2DCD03FE9205}" sibTransId="{A1DDDB64-8A03-4579-B157-FB639B7CB7D2}"/>
    <dgm:cxn modelId="{84305019-1C4F-4D03-99A5-75F77D622484}" type="presOf" srcId="{2B75E018-2452-4AE0-9A41-B9E4B6541680}" destId="{669D4A32-ECEF-455C-9559-878DD01DEC3E}" srcOrd="0" destOrd="0" presId="urn:microsoft.com/office/officeart/2016/7/layout/RepeatingBendingProcessNew"/>
    <dgm:cxn modelId="{9EBCEC28-BFC7-408C-BB87-FE57826922B6}" type="presOf" srcId="{85F6AD13-7E88-4976-916A-33BF6D59C0C1}" destId="{50584EF4-CFA7-4A13-AA06-F6946E9F5DAE}" srcOrd="0" destOrd="0" presId="urn:microsoft.com/office/officeart/2016/7/layout/RepeatingBendingProcessNew"/>
    <dgm:cxn modelId="{C6CE0A34-6808-474E-9BE7-83E3171DD049}" type="presOf" srcId="{A1DDDB64-8A03-4579-B157-FB639B7CB7D2}" destId="{0D47592C-044B-418F-AA81-E49E604FB1F8}" srcOrd="0" destOrd="0" presId="urn:microsoft.com/office/officeart/2016/7/layout/RepeatingBendingProcessNew"/>
    <dgm:cxn modelId="{CA041C35-DB93-4AF1-893E-191D395DC405}" type="presOf" srcId="{9AC1207C-425D-4A30-9883-806A03E461AC}" destId="{71DF9986-7383-4F99-B702-CF7E191B8C28}" srcOrd="1" destOrd="0" presId="urn:microsoft.com/office/officeart/2016/7/layout/RepeatingBendingProcessNew"/>
    <dgm:cxn modelId="{23E75660-15F4-4DED-A5D7-7BEB54CF6F67}" type="presOf" srcId="{CF9046EC-D54E-466F-BF30-1029BCA7D793}" destId="{2D0AE025-005F-485F-A6A7-F3E9DFA4165B}" srcOrd="1" destOrd="0" presId="urn:microsoft.com/office/officeart/2016/7/layout/RepeatingBendingProcessNew"/>
    <dgm:cxn modelId="{E201F850-2633-465A-A548-0DD164C2FA61}" srcId="{0DBE033E-D55F-4B20-9588-830CE0256336}" destId="{47B0E9E9-4E36-48EC-904F-FB48ED361136}" srcOrd="5" destOrd="0" parTransId="{D1540A55-8DED-4E3D-BDFD-DA5CE0747519}" sibTransId="{41B98134-1F56-42BD-8BC5-7258B88F92B6}"/>
    <dgm:cxn modelId="{BC0C5972-5AD5-46B7-9026-DAE3141D798F}" type="presOf" srcId="{A1DDDB64-8A03-4579-B157-FB639B7CB7D2}" destId="{3B5BA18B-16CC-4A04-BD50-1FEDD7F42643}" srcOrd="1" destOrd="0" presId="urn:microsoft.com/office/officeart/2016/7/layout/RepeatingBendingProcessNew"/>
    <dgm:cxn modelId="{D7239975-3B62-40EA-803C-C230476C6725}" type="presOf" srcId="{47B0E9E9-4E36-48EC-904F-FB48ED361136}" destId="{5F1D5DDE-0BE8-4681-9DD2-F18EF1C7EE4C}" srcOrd="0" destOrd="0" presId="urn:microsoft.com/office/officeart/2016/7/layout/RepeatingBendingProcessNew"/>
    <dgm:cxn modelId="{A079137B-EC08-49F5-A351-DCE8FD00DA18}" type="presOf" srcId="{2C47C326-986F-4CAD-B9A1-7A078B1017F3}" destId="{A0C0A276-5785-4194-B9F6-8EE2FB808233}" srcOrd="1" destOrd="0" presId="urn:microsoft.com/office/officeart/2016/7/layout/RepeatingBendingProcessNew"/>
    <dgm:cxn modelId="{5158FB7D-3545-4C21-AA7F-13354ED536D8}" type="presOf" srcId="{F53E8EBB-9DA7-4A02-BB3A-F320FF8A2C6B}" destId="{EB26135D-1E20-4601-B1B8-CFF67FBFB168}" srcOrd="0" destOrd="0" presId="urn:microsoft.com/office/officeart/2016/7/layout/RepeatingBendingProcessNew"/>
    <dgm:cxn modelId="{8F813D7E-E3A0-4FF7-9936-24BC58B0B547}" type="presOf" srcId="{0DBE033E-D55F-4B20-9588-830CE0256336}" destId="{779161AF-B65F-465B-89FC-6E7C882D8245}" srcOrd="0" destOrd="0" presId="urn:microsoft.com/office/officeart/2016/7/layout/RepeatingBendingProcessNew"/>
    <dgm:cxn modelId="{1506F27F-0DB9-4DC0-A269-DE4DF3C7F9BC}" srcId="{0DBE033E-D55F-4B20-9588-830CE0256336}" destId="{32ADF22A-4100-4091-8F45-B18C51E39B26}" srcOrd="3" destOrd="0" parTransId="{437C3028-6664-4101-BEE6-A436CFAFA416}" sibTransId="{9AC1207C-425D-4A30-9883-806A03E461AC}"/>
    <dgm:cxn modelId="{BB730587-0E0A-4076-9753-936030FCD356}" srcId="{0DBE033E-D55F-4B20-9588-830CE0256336}" destId="{79CFA264-81B2-4E7D-94C5-D3697762CDF6}" srcOrd="4" destOrd="0" parTransId="{FD598E9B-5D98-4F1D-AFBD-EC1707CA173D}" sibTransId="{85F6AD13-7E88-4976-916A-33BF6D59C0C1}"/>
    <dgm:cxn modelId="{6CBA0593-BBAA-4AD5-B750-66D3325273E2}" type="presOf" srcId="{995F118D-7DBD-4AF6-A43E-6298CE83C417}" destId="{797CD054-DB8D-4F22-B2EC-0387930D1DD3}" srcOrd="0" destOrd="0" presId="urn:microsoft.com/office/officeart/2016/7/layout/RepeatingBendingProcessNew"/>
    <dgm:cxn modelId="{58572AA4-D04D-494F-80F3-D9AF7F1DB8BA}" type="presOf" srcId="{85F6AD13-7E88-4976-916A-33BF6D59C0C1}" destId="{1502F87C-B0BB-45CD-BF27-2F39D7A6AB82}" srcOrd="1" destOrd="0" presId="urn:microsoft.com/office/officeart/2016/7/layout/RepeatingBendingProcessNew"/>
    <dgm:cxn modelId="{8F7D8BB5-5CAC-4805-986D-C10E47B30408}" type="presOf" srcId="{9AC1207C-425D-4A30-9883-806A03E461AC}" destId="{B6E5B2A3-F983-49C2-9716-6A985D8E0FAF}" srcOrd="0" destOrd="0" presId="urn:microsoft.com/office/officeart/2016/7/layout/RepeatingBendingProcessNew"/>
    <dgm:cxn modelId="{D856BDB5-12F7-4EC6-92D4-8A08D60EF87C}" srcId="{0DBE033E-D55F-4B20-9588-830CE0256336}" destId="{2B75E018-2452-4AE0-9A41-B9E4B6541680}" srcOrd="1" destOrd="0" parTransId="{69463D69-73CA-41B6-92CD-414DCF9B538D}" sibTransId="{CF9046EC-D54E-466F-BF30-1029BCA7D793}"/>
    <dgm:cxn modelId="{36A631CB-7D43-4F72-82CD-22923821F7B1}" type="presOf" srcId="{32ADF22A-4100-4091-8F45-B18C51E39B26}" destId="{C0A28AF5-2095-4941-B910-C880944C8A41}" srcOrd="0" destOrd="0" presId="urn:microsoft.com/office/officeart/2016/7/layout/RepeatingBendingProcessNew"/>
    <dgm:cxn modelId="{AED620D2-16B5-4569-995E-165F3DB14C4E}" type="presOf" srcId="{79CFA264-81B2-4E7D-94C5-D3697762CDF6}" destId="{123BED7C-AA33-4187-8115-7B2AB315D05B}" srcOrd="0" destOrd="0" presId="urn:microsoft.com/office/officeart/2016/7/layout/RepeatingBendingProcessNew"/>
    <dgm:cxn modelId="{6EAE0FE9-D305-47F4-BEB6-EB60B0A134F8}" srcId="{0DBE033E-D55F-4B20-9588-830CE0256336}" destId="{F53E8EBB-9DA7-4A02-BB3A-F320FF8A2C6B}" srcOrd="0" destOrd="0" parTransId="{300C945D-E7E3-4E37-9965-C5DECE56E94E}" sibTransId="{2C47C326-986F-4CAD-B9A1-7A078B1017F3}"/>
    <dgm:cxn modelId="{4F5EBFEA-84BA-4399-9A74-5810D56F16FF}" type="presOf" srcId="{CF9046EC-D54E-466F-BF30-1029BCA7D793}" destId="{A7F290FE-B1CD-4AA8-B3BF-965F6DAB884D}" srcOrd="0" destOrd="0" presId="urn:microsoft.com/office/officeart/2016/7/layout/RepeatingBendingProcessNew"/>
    <dgm:cxn modelId="{12D6FBF9-AA8C-4884-BD00-8D7BD4F8CAC1}" type="presOf" srcId="{2C47C326-986F-4CAD-B9A1-7A078B1017F3}" destId="{A708194C-522F-4743-9550-79F638A102B6}" srcOrd="0" destOrd="0" presId="urn:microsoft.com/office/officeart/2016/7/layout/RepeatingBendingProcessNew"/>
    <dgm:cxn modelId="{7C7D1BFD-58DF-44F4-B676-E574AC804342}" type="presParOf" srcId="{779161AF-B65F-465B-89FC-6E7C882D8245}" destId="{EB26135D-1E20-4601-B1B8-CFF67FBFB168}" srcOrd="0" destOrd="0" presId="urn:microsoft.com/office/officeart/2016/7/layout/RepeatingBendingProcessNew"/>
    <dgm:cxn modelId="{977A7BE9-B9DF-4287-ADD9-639612D03B48}" type="presParOf" srcId="{779161AF-B65F-465B-89FC-6E7C882D8245}" destId="{A708194C-522F-4743-9550-79F638A102B6}" srcOrd="1" destOrd="0" presId="urn:microsoft.com/office/officeart/2016/7/layout/RepeatingBendingProcessNew"/>
    <dgm:cxn modelId="{811E1F27-2021-468E-AA94-31036BEFE637}" type="presParOf" srcId="{A708194C-522F-4743-9550-79F638A102B6}" destId="{A0C0A276-5785-4194-B9F6-8EE2FB808233}" srcOrd="0" destOrd="0" presId="urn:microsoft.com/office/officeart/2016/7/layout/RepeatingBendingProcessNew"/>
    <dgm:cxn modelId="{89FF6126-3880-4009-BFED-DBEBBA68E449}" type="presParOf" srcId="{779161AF-B65F-465B-89FC-6E7C882D8245}" destId="{669D4A32-ECEF-455C-9559-878DD01DEC3E}" srcOrd="2" destOrd="0" presId="urn:microsoft.com/office/officeart/2016/7/layout/RepeatingBendingProcessNew"/>
    <dgm:cxn modelId="{B6639127-2303-4D9A-AE21-22A9917E515F}" type="presParOf" srcId="{779161AF-B65F-465B-89FC-6E7C882D8245}" destId="{A7F290FE-B1CD-4AA8-B3BF-965F6DAB884D}" srcOrd="3" destOrd="0" presId="urn:microsoft.com/office/officeart/2016/7/layout/RepeatingBendingProcessNew"/>
    <dgm:cxn modelId="{49304E9A-276C-43BC-9206-61A1642AF0E5}" type="presParOf" srcId="{A7F290FE-B1CD-4AA8-B3BF-965F6DAB884D}" destId="{2D0AE025-005F-485F-A6A7-F3E9DFA4165B}" srcOrd="0" destOrd="0" presId="urn:microsoft.com/office/officeart/2016/7/layout/RepeatingBendingProcessNew"/>
    <dgm:cxn modelId="{F7EA448C-AB61-4B2B-8647-2937439A3D89}" type="presParOf" srcId="{779161AF-B65F-465B-89FC-6E7C882D8245}" destId="{797CD054-DB8D-4F22-B2EC-0387930D1DD3}" srcOrd="4" destOrd="0" presId="urn:microsoft.com/office/officeart/2016/7/layout/RepeatingBendingProcessNew"/>
    <dgm:cxn modelId="{E7626B97-1100-47A3-9B9E-ABCCBDF249A1}" type="presParOf" srcId="{779161AF-B65F-465B-89FC-6E7C882D8245}" destId="{0D47592C-044B-418F-AA81-E49E604FB1F8}" srcOrd="5" destOrd="0" presId="urn:microsoft.com/office/officeart/2016/7/layout/RepeatingBendingProcessNew"/>
    <dgm:cxn modelId="{59A7773F-10E9-49D8-AD3C-DC28C8FBCB93}" type="presParOf" srcId="{0D47592C-044B-418F-AA81-E49E604FB1F8}" destId="{3B5BA18B-16CC-4A04-BD50-1FEDD7F42643}" srcOrd="0" destOrd="0" presId="urn:microsoft.com/office/officeart/2016/7/layout/RepeatingBendingProcessNew"/>
    <dgm:cxn modelId="{3D7AF666-A568-4284-9A5E-4CE475E4E2D9}" type="presParOf" srcId="{779161AF-B65F-465B-89FC-6E7C882D8245}" destId="{C0A28AF5-2095-4941-B910-C880944C8A41}" srcOrd="6" destOrd="0" presId="urn:microsoft.com/office/officeart/2016/7/layout/RepeatingBendingProcessNew"/>
    <dgm:cxn modelId="{C3B5C9A4-932C-4D9A-920A-14624B22CE25}" type="presParOf" srcId="{779161AF-B65F-465B-89FC-6E7C882D8245}" destId="{B6E5B2A3-F983-49C2-9716-6A985D8E0FAF}" srcOrd="7" destOrd="0" presId="urn:microsoft.com/office/officeart/2016/7/layout/RepeatingBendingProcessNew"/>
    <dgm:cxn modelId="{9BEB382E-BCAF-46E6-A4D8-1ED4C8AAF8DB}" type="presParOf" srcId="{B6E5B2A3-F983-49C2-9716-6A985D8E0FAF}" destId="{71DF9986-7383-4F99-B702-CF7E191B8C28}" srcOrd="0" destOrd="0" presId="urn:microsoft.com/office/officeart/2016/7/layout/RepeatingBendingProcessNew"/>
    <dgm:cxn modelId="{5F232BE1-7113-4307-8296-681DC4ADE125}" type="presParOf" srcId="{779161AF-B65F-465B-89FC-6E7C882D8245}" destId="{123BED7C-AA33-4187-8115-7B2AB315D05B}" srcOrd="8" destOrd="0" presId="urn:microsoft.com/office/officeart/2016/7/layout/RepeatingBendingProcessNew"/>
    <dgm:cxn modelId="{575B34B4-9856-4B33-BE83-BFF9199D81C5}" type="presParOf" srcId="{779161AF-B65F-465B-89FC-6E7C882D8245}" destId="{50584EF4-CFA7-4A13-AA06-F6946E9F5DAE}" srcOrd="9" destOrd="0" presId="urn:microsoft.com/office/officeart/2016/7/layout/RepeatingBendingProcessNew"/>
    <dgm:cxn modelId="{00BEA0B4-CA7A-437C-B76D-DF9973F2C0D2}" type="presParOf" srcId="{50584EF4-CFA7-4A13-AA06-F6946E9F5DAE}" destId="{1502F87C-B0BB-45CD-BF27-2F39D7A6AB82}" srcOrd="0" destOrd="0" presId="urn:microsoft.com/office/officeart/2016/7/layout/RepeatingBendingProcessNew"/>
    <dgm:cxn modelId="{19A7B5D7-3ED8-44A8-943D-2BFF7D2F74F6}" type="presParOf" srcId="{779161AF-B65F-465B-89FC-6E7C882D8245}" destId="{5F1D5DDE-0BE8-4681-9DD2-F18EF1C7EE4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FCF9B9-E360-4F2E-9A35-F85D3ACA01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B50F53-1E69-4E65-B979-68E554B3F716}">
      <dgm:prSet custT="1"/>
      <dgm:spPr/>
      <dgm:t>
        <a:bodyPr/>
        <a:lstStyle/>
        <a:p>
          <a:r>
            <a:rPr lang="en-US" sz="1600" b="1" i="0" baseline="0"/>
            <a:t>Proactive actions to prevent churn</a:t>
          </a:r>
          <a:r>
            <a:rPr lang="en-US" sz="1600" b="0" i="0" baseline="0"/>
            <a:t>:</a:t>
          </a:r>
          <a:endParaRPr lang="en-US" sz="1600"/>
        </a:p>
      </dgm:t>
    </dgm:pt>
    <dgm:pt modelId="{0CF83F24-049F-4850-A25A-C48B0FF0FED2}" type="parTrans" cxnId="{0EFD6F16-80BC-445E-99BB-25B06D7E8EB8}">
      <dgm:prSet/>
      <dgm:spPr/>
      <dgm:t>
        <a:bodyPr/>
        <a:lstStyle/>
        <a:p>
          <a:endParaRPr lang="en-US"/>
        </a:p>
      </dgm:t>
    </dgm:pt>
    <dgm:pt modelId="{53C15143-8630-4684-9608-BBB703FDA26C}" type="sibTrans" cxnId="{0EFD6F16-80BC-445E-99BB-25B06D7E8EB8}">
      <dgm:prSet/>
      <dgm:spPr/>
      <dgm:t>
        <a:bodyPr/>
        <a:lstStyle/>
        <a:p>
          <a:endParaRPr lang="en-US"/>
        </a:p>
      </dgm:t>
    </dgm:pt>
    <dgm:pt modelId="{EEC14065-DA26-4BB3-83F1-BEB9D016C353}">
      <dgm:prSet custT="1"/>
      <dgm:spPr/>
      <dgm:t>
        <a:bodyPr/>
        <a:lstStyle/>
        <a:p>
          <a:r>
            <a:rPr lang="en-US" sz="1600" b="1" i="0" baseline="0"/>
            <a:t>Personalized offers</a:t>
          </a:r>
          <a:r>
            <a:rPr lang="en-US" sz="1600" b="0" i="0" baseline="0"/>
            <a:t>: Send tailored discounts or special offers to customers at risk.</a:t>
          </a:r>
          <a:endParaRPr lang="en-US" sz="1600"/>
        </a:p>
      </dgm:t>
    </dgm:pt>
    <dgm:pt modelId="{A6FE4116-4232-4BD2-9D36-EAE394CF1357}" type="parTrans" cxnId="{8AC8CED9-2A4D-4B6D-B358-137C01351CC8}">
      <dgm:prSet/>
      <dgm:spPr/>
      <dgm:t>
        <a:bodyPr/>
        <a:lstStyle/>
        <a:p>
          <a:endParaRPr lang="en-US"/>
        </a:p>
      </dgm:t>
    </dgm:pt>
    <dgm:pt modelId="{F52FA50C-BCD3-4952-A23F-E447F52E57E4}" type="sibTrans" cxnId="{8AC8CED9-2A4D-4B6D-B358-137C01351CC8}">
      <dgm:prSet/>
      <dgm:spPr/>
      <dgm:t>
        <a:bodyPr/>
        <a:lstStyle/>
        <a:p>
          <a:endParaRPr lang="en-US"/>
        </a:p>
      </dgm:t>
    </dgm:pt>
    <dgm:pt modelId="{028D1809-A530-4BC7-90D8-66FAE36518C8}">
      <dgm:prSet custT="1"/>
      <dgm:spPr/>
      <dgm:t>
        <a:bodyPr/>
        <a:lstStyle/>
        <a:p>
          <a:r>
            <a:rPr lang="en-US" sz="1600" b="1" i="0" baseline="0"/>
            <a:t>Enhanced customer support</a:t>
          </a:r>
          <a:r>
            <a:rPr lang="en-US" sz="1600" b="0" i="0" baseline="0"/>
            <a:t>: Ensure high-touch support for customers likely to leave.</a:t>
          </a:r>
          <a:endParaRPr lang="en-US" sz="1600"/>
        </a:p>
      </dgm:t>
    </dgm:pt>
    <dgm:pt modelId="{3FF861E8-EF65-4C24-BFD0-1C9AF1F5D304}" type="parTrans" cxnId="{9FDD47B6-2A93-4608-9516-4BAC346B0FC4}">
      <dgm:prSet/>
      <dgm:spPr/>
      <dgm:t>
        <a:bodyPr/>
        <a:lstStyle/>
        <a:p>
          <a:endParaRPr lang="en-US"/>
        </a:p>
      </dgm:t>
    </dgm:pt>
    <dgm:pt modelId="{A6AF7D9B-35CE-478E-A047-51C2806CC40E}" type="sibTrans" cxnId="{9FDD47B6-2A93-4608-9516-4BAC346B0FC4}">
      <dgm:prSet/>
      <dgm:spPr/>
      <dgm:t>
        <a:bodyPr/>
        <a:lstStyle/>
        <a:p>
          <a:endParaRPr lang="en-US"/>
        </a:p>
      </dgm:t>
    </dgm:pt>
    <dgm:pt modelId="{7E65FD17-9B9B-4080-A79B-2DF09493C961}">
      <dgm:prSet custT="1"/>
      <dgm:spPr/>
      <dgm:t>
        <a:bodyPr/>
        <a:lstStyle/>
        <a:p>
          <a:r>
            <a:rPr lang="en-US" sz="1600" b="1" i="0" baseline="0"/>
            <a:t>Increased engagement</a:t>
          </a:r>
          <a:r>
            <a:rPr lang="en-US" sz="1600" b="0" i="0" baseline="0"/>
            <a:t>: Regular communication, personalized content, or rewards for loyal customers.</a:t>
          </a:r>
          <a:endParaRPr lang="en-US" sz="1600"/>
        </a:p>
      </dgm:t>
    </dgm:pt>
    <dgm:pt modelId="{E503CBBF-7E66-4DD9-A09A-59402EC65F63}" type="parTrans" cxnId="{A90C9775-4CDF-49BD-8C83-426FDA0DAED9}">
      <dgm:prSet/>
      <dgm:spPr/>
      <dgm:t>
        <a:bodyPr/>
        <a:lstStyle/>
        <a:p>
          <a:endParaRPr lang="en-US"/>
        </a:p>
      </dgm:t>
    </dgm:pt>
    <dgm:pt modelId="{8723D150-84A0-4AA0-9FE0-9D597E68D728}" type="sibTrans" cxnId="{A90C9775-4CDF-49BD-8C83-426FDA0DAED9}">
      <dgm:prSet/>
      <dgm:spPr/>
      <dgm:t>
        <a:bodyPr/>
        <a:lstStyle/>
        <a:p>
          <a:endParaRPr lang="en-US"/>
        </a:p>
      </dgm:t>
    </dgm:pt>
    <dgm:pt modelId="{5D508F3D-08E5-4117-8167-BF2ABC296A0F}">
      <dgm:prSet custT="1"/>
      <dgm:spPr/>
      <dgm:t>
        <a:bodyPr/>
        <a:lstStyle/>
        <a:p>
          <a:r>
            <a:rPr lang="en-US" sz="1600" b="1" i="0" baseline="0"/>
            <a:t>Goal</a:t>
          </a:r>
          <a:r>
            <a:rPr lang="en-US" sz="1600" b="0" i="0" baseline="0"/>
            <a:t>: Address the reasons behind potential churn before customers leave. </a:t>
          </a:r>
          <a:endParaRPr lang="en-US" sz="1600"/>
        </a:p>
      </dgm:t>
    </dgm:pt>
    <dgm:pt modelId="{E91D42DF-7C6E-48AF-9515-986F8C984845}" type="parTrans" cxnId="{53CE9AA1-1FFE-478E-A6D5-402DAE3F8C3D}">
      <dgm:prSet/>
      <dgm:spPr/>
      <dgm:t>
        <a:bodyPr/>
        <a:lstStyle/>
        <a:p>
          <a:endParaRPr lang="en-US"/>
        </a:p>
      </dgm:t>
    </dgm:pt>
    <dgm:pt modelId="{12380716-555B-43F3-9C22-901EA9AE9ED6}" type="sibTrans" cxnId="{53CE9AA1-1FFE-478E-A6D5-402DAE3F8C3D}">
      <dgm:prSet/>
      <dgm:spPr/>
      <dgm:t>
        <a:bodyPr/>
        <a:lstStyle/>
        <a:p>
          <a:endParaRPr lang="en-US"/>
        </a:p>
      </dgm:t>
    </dgm:pt>
    <dgm:pt modelId="{87825B34-02EA-4901-B4FD-4811EAE4B90C}" type="pres">
      <dgm:prSet presAssocID="{57FCF9B9-E360-4F2E-9A35-F85D3ACA01EA}" presName="root" presStyleCnt="0">
        <dgm:presLayoutVars>
          <dgm:dir/>
          <dgm:resizeHandles val="exact"/>
        </dgm:presLayoutVars>
      </dgm:prSet>
      <dgm:spPr/>
    </dgm:pt>
    <dgm:pt modelId="{1B3114C7-023D-43A5-B5D8-82C142D519F2}" type="pres">
      <dgm:prSet presAssocID="{57FCF9B9-E360-4F2E-9A35-F85D3ACA01EA}" presName="container" presStyleCnt="0">
        <dgm:presLayoutVars>
          <dgm:dir/>
          <dgm:resizeHandles val="exact"/>
        </dgm:presLayoutVars>
      </dgm:prSet>
      <dgm:spPr/>
    </dgm:pt>
    <dgm:pt modelId="{94B9D812-35E7-4B46-913C-512B7426DB4D}" type="pres">
      <dgm:prSet presAssocID="{B7B50F53-1E69-4E65-B979-68E554B3F716}" presName="compNode" presStyleCnt="0"/>
      <dgm:spPr/>
    </dgm:pt>
    <dgm:pt modelId="{52C7FCB2-65AB-489C-A8EF-86DAC2BDA79B}" type="pres">
      <dgm:prSet presAssocID="{B7B50F53-1E69-4E65-B979-68E554B3F716}" presName="iconBgRect" presStyleLbl="bgShp" presStyleIdx="0" presStyleCnt="5"/>
      <dgm:spPr/>
    </dgm:pt>
    <dgm:pt modelId="{61354F5C-EB48-4B23-A1BA-EAB8AA35C0FC}" type="pres">
      <dgm:prSet presAssocID="{B7B50F53-1E69-4E65-B979-68E554B3F71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AA307E4E-B7FA-4EF4-973B-41FCF5591D56}" type="pres">
      <dgm:prSet presAssocID="{B7B50F53-1E69-4E65-B979-68E554B3F716}" presName="spaceRect" presStyleCnt="0"/>
      <dgm:spPr/>
    </dgm:pt>
    <dgm:pt modelId="{CDD154E6-09CF-4627-8D62-9D1250BDB5D7}" type="pres">
      <dgm:prSet presAssocID="{B7B50F53-1E69-4E65-B979-68E554B3F716}" presName="textRect" presStyleLbl="revTx" presStyleIdx="0" presStyleCnt="5">
        <dgm:presLayoutVars>
          <dgm:chMax val="1"/>
          <dgm:chPref val="1"/>
        </dgm:presLayoutVars>
      </dgm:prSet>
      <dgm:spPr/>
    </dgm:pt>
    <dgm:pt modelId="{600B2680-1263-4F86-B639-DFAB22640C6E}" type="pres">
      <dgm:prSet presAssocID="{53C15143-8630-4684-9608-BBB703FDA26C}" presName="sibTrans" presStyleLbl="sibTrans2D1" presStyleIdx="0" presStyleCnt="0"/>
      <dgm:spPr/>
    </dgm:pt>
    <dgm:pt modelId="{4C688ADC-FE48-4857-8081-FC5A203E358A}" type="pres">
      <dgm:prSet presAssocID="{EEC14065-DA26-4BB3-83F1-BEB9D016C353}" presName="compNode" presStyleCnt="0"/>
      <dgm:spPr/>
    </dgm:pt>
    <dgm:pt modelId="{A16CE3BE-4D85-4CBF-9F96-43C9A1D957FB}" type="pres">
      <dgm:prSet presAssocID="{EEC14065-DA26-4BB3-83F1-BEB9D016C353}" presName="iconBgRect" presStyleLbl="bgShp" presStyleIdx="1" presStyleCnt="5"/>
      <dgm:spPr/>
    </dgm:pt>
    <dgm:pt modelId="{EACF4AEC-B640-4C37-B4DC-CE1D363FF341}" type="pres">
      <dgm:prSet presAssocID="{EEC14065-DA26-4BB3-83F1-BEB9D016C35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1F6DA904-BED4-472B-90E3-19CCF34A5C19}" type="pres">
      <dgm:prSet presAssocID="{EEC14065-DA26-4BB3-83F1-BEB9D016C353}" presName="spaceRect" presStyleCnt="0"/>
      <dgm:spPr/>
    </dgm:pt>
    <dgm:pt modelId="{E394C864-B3E2-4974-B4EF-555C646876F2}" type="pres">
      <dgm:prSet presAssocID="{EEC14065-DA26-4BB3-83F1-BEB9D016C353}" presName="textRect" presStyleLbl="revTx" presStyleIdx="1" presStyleCnt="5">
        <dgm:presLayoutVars>
          <dgm:chMax val="1"/>
          <dgm:chPref val="1"/>
        </dgm:presLayoutVars>
      </dgm:prSet>
      <dgm:spPr/>
    </dgm:pt>
    <dgm:pt modelId="{6C350274-0FBC-4A7F-81D4-F1D984833AF9}" type="pres">
      <dgm:prSet presAssocID="{F52FA50C-BCD3-4952-A23F-E447F52E57E4}" presName="sibTrans" presStyleLbl="sibTrans2D1" presStyleIdx="0" presStyleCnt="0"/>
      <dgm:spPr/>
    </dgm:pt>
    <dgm:pt modelId="{49982D52-FB1E-4D02-87C7-F9CA52C18A02}" type="pres">
      <dgm:prSet presAssocID="{028D1809-A530-4BC7-90D8-66FAE36518C8}" presName="compNode" presStyleCnt="0"/>
      <dgm:spPr/>
    </dgm:pt>
    <dgm:pt modelId="{75A411E3-2886-42F6-831D-CFD644A8C8B8}" type="pres">
      <dgm:prSet presAssocID="{028D1809-A530-4BC7-90D8-66FAE36518C8}" presName="iconBgRect" presStyleLbl="bgShp" presStyleIdx="2" presStyleCnt="5"/>
      <dgm:spPr/>
    </dgm:pt>
    <dgm:pt modelId="{E3785169-ACC5-4547-BDA0-B8D23F9C04C3}" type="pres">
      <dgm:prSet presAssocID="{028D1809-A530-4BC7-90D8-66FAE36518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043F360-C59E-452A-BE97-C3AE1401C4B3}" type="pres">
      <dgm:prSet presAssocID="{028D1809-A530-4BC7-90D8-66FAE36518C8}" presName="spaceRect" presStyleCnt="0"/>
      <dgm:spPr/>
    </dgm:pt>
    <dgm:pt modelId="{57E15D30-8D1A-494E-9B1F-4DDFF7EB7FF8}" type="pres">
      <dgm:prSet presAssocID="{028D1809-A530-4BC7-90D8-66FAE36518C8}" presName="textRect" presStyleLbl="revTx" presStyleIdx="2" presStyleCnt="5">
        <dgm:presLayoutVars>
          <dgm:chMax val="1"/>
          <dgm:chPref val="1"/>
        </dgm:presLayoutVars>
      </dgm:prSet>
      <dgm:spPr/>
    </dgm:pt>
    <dgm:pt modelId="{C3381825-FCAE-4856-A96D-DB6B6E7B8E1B}" type="pres">
      <dgm:prSet presAssocID="{A6AF7D9B-35CE-478E-A047-51C2806CC40E}" presName="sibTrans" presStyleLbl="sibTrans2D1" presStyleIdx="0" presStyleCnt="0"/>
      <dgm:spPr/>
    </dgm:pt>
    <dgm:pt modelId="{A768D332-BDCA-4364-BA6F-1A82DB159D86}" type="pres">
      <dgm:prSet presAssocID="{7E65FD17-9B9B-4080-A79B-2DF09493C961}" presName="compNode" presStyleCnt="0"/>
      <dgm:spPr/>
    </dgm:pt>
    <dgm:pt modelId="{64A2946B-8651-4B0C-9A48-5F2FB7019D6F}" type="pres">
      <dgm:prSet presAssocID="{7E65FD17-9B9B-4080-A79B-2DF09493C961}" presName="iconBgRect" presStyleLbl="bgShp" presStyleIdx="3" presStyleCnt="5"/>
      <dgm:spPr/>
    </dgm:pt>
    <dgm:pt modelId="{BB7C555D-5EC6-4752-8B6B-B73CA0A76840}" type="pres">
      <dgm:prSet presAssocID="{7E65FD17-9B9B-4080-A79B-2DF09493C9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66E5F752-0124-451E-B797-B7AFDFC8CA21}" type="pres">
      <dgm:prSet presAssocID="{7E65FD17-9B9B-4080-A79B-2DF09493C961}" presName="spaceRect" presStyleCnt="0"/>
      <dgm:spPr/>
    </dgm:pt>
    <dgm:pt modelId="{10BC6A5A-DC6F-4874-BFAA-11729643B236}" type="pres">
      <dgm:prSet presAssocID="{7E65FD17-9B9B-4080-A79B-2DF09493C961}" presName="textRect" presStyleLbl="revTx" presStyleIdx="3" presStyleCnt="5">
        <dgm:presLayoutVars>
          <dgm:chMax val="1"/>
          <dgm:chPref val="1"/>
        </dgm:presLayoutVars>
      </dgm:prSet>
      <dgm:spPr/>
    </dgm:pt>
    <dgm:pt modelId="{E9CA3D73-CEB5-4977-9341-7E894FCF1F6A}" type="pres">
      <dgm:prSet presAssocID="{8723D150-84A0-4AA0-9FE0-9D597E68D728}" presName="sibTrans" presStyleLbl="sibTrans2D1" presStyleIdx="0" presStyleCnt="0"/>
      <dgm:spPr/>
    </dgm:pt>
    <dgm:pt modelId="{566ABA28-B366-45C7-B4FB-0F25DC63E3F1}" type="pres">
      <dgm:prSet presAssocID="{5D508F3D-08E5-4117-8167-BF2ABC296A0F}" presName="compNode" presStyleCnt="0"/>
      <dgm:spPr/>
    </dgm:pt>
    <dgm:pt modelId="{DCF7721C-8BD5-4E56-99DF-80AB52BC85F1}" type="pres">
      <dgm:prSet presAssocID="{5D508F3D-08E5-4117-8167-BF2ABC296A0F}" presName="iconBgRect" presStyleLbl="bgShp" presStyleIdx="4" presStyleCnt="5"/>
      <dgm:spPr/>
    </dgm:pt>
    <dgm:pt modelId="{10137430-D58B-4C8E-93FE-5339E715BEDE}" type="pres">
      <dgm:prSet presAssocID="{5D508F3D-08E5-4117-8167-BF2ABC296A0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AAF543B-356D-4A67-AFCF-7578175448F2}" type="pres">
      <dgm:prSet presAssocID="{5D508F3D-08E5-4117-8167-BF2ABC296A0F}" presName="spaceRect" presStyleCnt="0"/>
      <dgm:spPr/>
    </dgm:pt>
    <dgm:pt modelId="{768D3619-B7D1-494A-BFAE-59589261482D}" type="pres">
      <dgm:prSet presAssocID="{5D508F3D-08E5-4117-8167-BF2ABC296A0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EFD6F16-80BC-445E-99BB-25B06D7E8EB8}" srcId="{57FCF9B9-E360-4F2E-9A35-F85D3ACA01EA}" destId="{B7B50F53-1E69-4E65-B979-68E554B3F716}" srcOrd="0" destOrd="0" parTransId="{0CF83F24-049F-4850-A25A-C48B0FF0FED2}" sibTransId="{53C15143-8630-4684-9608-BBB703FDA26C}"/>
    <dgm:cxn modelId="{36593222-5225-44AC-BCCA-4EDA0D626B52}" type="presOf" srcId="{5D508F3D-08E5-4117-8167-BF2ABC296A0F}" destId="{768D3619-B7D1-494A-BFAE-59589261482D}" srcOrd="0" destOrd="0" presId="urn:microsoft.com/office/officeart/2018/2/layout/IconCircleList"/>
    <dgm:cxn modelId="{7F3B8032-EA83-4E8C-99AA-68297117021C}" type="presOf" srcId="{B7B50F53-1E69-4E65-B979-68E554B3F716}" destId="{CDD154E6-09CF-4627-8D62-9D1250BDB5D7}" srcOrd="0" destOrd="0" presId="urn:microsoft.com/office/officeart/2018/2/layout/IconCircleList"/>
    <dgm:cxn modelId="{0C1EB83D-A72D-424A-BC6C-AC0145EB552A}" type="presOf" srcId="{F52FA50C-BCD3-4952-A23F-E447F52E57E4}" destId="{6C350274-0FBC-4A7F-81D4-F1D984833AF9}" srcOrd="0" destOrd="0" presId="urn:microsoft.com/office/officeart/2018/2/layout/IconCircleList"/>
    <dgm:cxn modelId="{5188D03D-661A-44F9-BD5F-7960A2B47C1F}" type="presOf" srcId="{028D1809-A530-4BC7-90D8-66FAE36518C8}" destId="{57E15D30-8D1A-494E-9B1F-4DDFF7EB7FF8}" srcOrd="0" destOrd="0" presId="urn:microsoft.com/office/officeart/2018/2/layout/IconCircleList"/>
    <dgm:cxn modelId="{A263F144-2359-43F4-9E88-664A78AB9E54}" type="presOf" srcId="{EEC14065-DA26-4BB3-83F1-BEB9D016C353}" destId="{E394C864-B3E2-4974-B4EF-555C646876F2}" srcOrd="0" destOrd="0" presId="urn:microsoft.com/office/officeart/2018/2/layout/IconCircleList"/>
    <dgm:cxn modelId="{F7BC3270-01C0-4250-994D-F66C419DCC62}" type="presOf" srcId="{A6AF7D9B-35CE-478E-A047-51C2806CC40E}" destId="{C3381825-FCAE-4856-A96D-DB6B6E7B8E1B}" srcOrd="0" destOrd="0" presId="urn:microsoft.com/office/officeart/2018/2/layout/IconCircleList"/>
    <dgm:cxn modelId="{A90C9775-4CDF-49BD-8C83-426FDA0DAED9}" srcId="{57FCF9B9-E360-4F2E-9A35-F85D3ACA01EA}" destId="{7E65FD17-9B9B-4080-A79B-2DF09493C961}" srcOrd="3" destOrd="0" parTransId="{E503CBBF-7E66-4DD9-A09A-59402EC65F63}" sibTransId="{8723D150-84A0-4AA0-9FE0-9D597E68D728}"/>
    <dgm:cxn modelId="{E0D3A597-2BBB-4FE8-8A1F-C9B88C8E7910}" type="presOf" srcId="{53C15143-8630-4684-9608-BBB703FDA26C}" destId="{600B2680-1263-4F86-B639-DFAB22640C6E}" srcOrd="0" destOrd="0" presId="urn:microsoft.com/office/officeart/2018/2/layout/IconCircleList"/>
    <dgm:cxn modelId="{53CE9AA1-1FFE-478E-A6D5-402DAE3F8C3D}" srcId="{57FCF9B9-E360-4F2E-9A35-F85D3ACA01EA}" destId="{5D508F3D-08E5-4117-8167-BF2ABC296A0F}" srcOrd="4" destOrd="0" parTransId="{E91D42DF-7C6E-48AF-9515-986F8C984845}" sibTransId="{12380716-555B-43F3-9C22-901EA9AE9ED6}"/>
    <dgm:cxn modelId="{776B69B1-4CDD-4694-BF47-7833C6CFEF20}" type="presOf" srcId="{57FCF9B9-E360-4F2E-9A35-F85D3ACA01EA}" destId="{87825B34-02EA-4901-B4FD-4811EAE4B90C}" srcOrd="0" destOrd="0" presId="urn:microsoft.com/office/officeart/2018/2/layout/IconCircleList"/>
    <dgm:cxn modelId="{9FDD47B6-2A93-4608-9516-4BAC346B0FC4}" srcId="{57FCF9B9-E360-4F2E-9A35-F85D3ACA01EA}" destId="{028D1809-A530-4BC7-90D8-66FAE36518C8}" srcOrd="2" destOrd="0" parTransId="{3FF861E8-EF65-4C24-BFD0-1C9AF1F5D304}" sibTransId="{A6AF7D9B-35CE-478E-A047-51C2806CC40E}"/>
    <dgm:cxn modelId="{7AD540CF-B3FD-4DBF-A0F8-89B77E92B2ED}" type="presOf" srcId="{8723D150-84A0-4AA0-9FE0-9D597E68D728}" destId="{E9CA3D73-CEB5-4977-9341-7E894FCF1F6A}" srcOrd="0" destOrd="0" presId="urn:microsoft.com/office/officeart/2018/2/layout/IconCircleList"/>
    <dgm:cxn modelId="{8AC8CED9-2A4D-4B6D-B358-137C01351CC8}" srcId="{57FCF9B9-E360-4F2E-9A35-F85D3ACA01EA}" destId="{EEC14065-DA26-4BB3-83F1-BEB9D016C353}" srcOrd="1" destOrd="0" parTransId="{A6FE4116-4232-4BD2-9D36-EAE394CF1357}" sibTransId="{F52FA50C-BCD3-4952-A23F-E447F52E57E4}"/>
    <dgm:cxn modelId="{C69702DB-5E60-4FE7-9531-B7DC113B800A}" type="presOf" srcId="{7E65FD17-9B9B-4080-A79B-2DF09493C961}" destId="{10BC6A5A-DC6F-4874-BFAA-11729643B236}" srcOrd="0" destOrd="0" presId="urn:microsoft.com/office/officeart/2018/2/layout/IconCircleList"/>
    <dgm:cxn modelId="{881DCBE7-BB51-44A8-98B1-A2EFD00BC337}" type="presParOf" srcId="{87825B34-02EA-4901-B4FD-4811EAE4B90C}" destId="{1B3114C7-023D-43A5-B5D8-82C142D519F2}" srcOrd="0" destOrd="0" presId="urn:microsoft.com/office/officeart/2018/2/layout/IconCircleList"/>
    <dgm:cxn modelId="{6A7ED33D-FDE0-46AD-BD96-0274F5445879}" type="presParOf" srcId="{1B3114C7-023D-43A5-B5D8-82C142D519F2}" destId="{94B9D812-35E7-4B46-913C-512B7426DB4D}" srcOrd="0" destOrd="0" presId="urn:microsoft.com/office/officeart/2018/2/layout/IconCircleList"/>
    <dgm:cxn modelId="{58576828-C5B6-4135-A2C3-1CEF48970603}" type="presParOf" srcId="{94B9D812-35E7-4B46-913C-512B7426DB4D}" destId="{52C7FCB2-65AB-489C-A8EF-86DAC2BDA79B}" srcOrd="0" destOrd="0" presId="urn:microsoft.com/office/officeart/2018/2/layout/IconCircleList"/>
    <dgm:cxn modelId="{7423AF6A-B2F4-4378-839E-FE9D482446B8}" type="presParOf" srcId="{94B9D812-35E7-4B46-913C-512B7426DB4D}" destId="{61354F5C-EB48-4B23-A1BA-EAB8AA35C0FC}" srcOrd="1" destOrd="0" presId="urn:microsoft.com/office/officeart/2018/2/layout/IconCircleList"/>
    <dgm:cxn modelId="{193322FC-D565-48C9-B9CC-2FB3A242B002}" type="presParOf" srcId="{94B9D812-35E7-4B46-913C-512B7426DB4D}" destId="{AA307E4E-B7FA-4EF4-973B-41FCF5591D56}" srcOrd="2" destOrd="0" presId="urn:microsoft.com/office/officeart/2018/2/layout/IconCircleList"/>
    <dgm:cxn modelId="{4892F40B-A93C-444F-A42C-8FAD89EBAFCE}" type="presParOf" srcId="{94B9D812-35E7-4B46-913C-512B7426DB4D}" destId="{CDD154E6-09CF-4627-8D62-9D1250BDB5D7}" srcOrd="3" destOrd="0" presId="urn:microsoft.com/office/officeart/2018/2/layout/IconCircleList"/>
    <dgm:cxn modelId="{AECBA840-E3A0-4792-8BFD-AED4176715F1}" type="presParOf" srcId="{1B3114C7-023D-43A5-B5D8-82C142D519F2}" destId="{600B2680-1263-4F86-B639-DFAB22640C6E}" srcOrd="1" destOrd="0" presId="urn:microsoft.com/office/officeart/2018/2/layout/IconCircleList"/>
    <dgm:cxn modelId="{C2502EAE-772D-4959-831C-8FF86649EAC3}" type="presParOf" srcId="{1B3114C7-023D-43A5-B5D8-82C142D519F2}" destId="{4C688ADC-FE48-4857-8081-FC5A203E358A}" srcOrd="2" destOrd="0" presId="urn:microsoft.com/office/officeart/2018/2/layout/IconCircleList"/>
    <dgm:cxn modelId="{710A55B2-1CA9-4DD9-BE6E-2BCCD8632C8E}" type="presParOf" srcId="{4C688ADC-FE48-4857-8081-FC5A203E358A}" destId="{A16CE3BE-4D85-4CBF-9F96-43C9A1D957FB}" srcOrd="0" destOrd="0" presId="urn:microsoft.com/office/officeart/2018/2/layout/IconCircleList"/>
    <dgm:cxn modelId="{FEB65EE4-C11B-4BF8-B95E-168524FBEB20}" type="presParOf" srcId="{4C688ADC-FE48-4857-8081-FC5A203E358A}" destId="{EACF4AEC-B640-4C37-B4DC-CE1D363FF341}" srcOrd="1" destOrd="0" presId="urn:microsoft.com/office/officeart/2018/2/layout/IconCircleList"/>
    <dgm:cxn modelId="{D724E6C7-A223-40A3-9253-50E56B4E2576}" type="presParOf" srcId="{4C688ADC-FE48-4857-8081-FC5A203E358A}" destId="{1F6DA904-BED4-472B-90E3-19CCF34A5C19}" srcOrd="2" destOrd="0" presId="urn:microsoft.com/office/officeart/2018/2/layout/IconCircleList"/>
    <dgm:cxn modelId="{8ACFF6D4-AD60-4CC5-90C9-FC7AFB5EA1B8}" type="presParOf" srcId="{4C688ADC-FE48-4857-8081-FC5A203E358A}" destId="{E394C864-B3E2-4974-B4EF-555C646876F2}" srcOrd="3" destOrd="0" presId="urn:microsoft.com/office/officeart/2018/2/layout/IconCircleList"/>
    <dgm:cxn modelId="{E0D6D709-06F6-44E2-B81B-B12E4E2F8D1C}" type="presParOf" srcId="{1B3114C7-023D-43A5-B5D8-82C142D519F2}" destId="{6C350274-0FBC-4A7F-81D4-F1D984833AF9}" srcOrd="3" destOrd="0" presId="urn:microsoft.com/office/officeart/2018/2/layout/IconCircleList"/>
    <dgm:cxn modelId="{35331C6C-8D70-444C-98E7-29B8C666085C}" type="presParOf" srcId="{1B3114C7-023D-43A5-B5D8-82C142D519F2}" destId="{49982D52-FB1E-4D02-87C7-F9CA52C18A02}" srcOrd="4" destOrd="0" presId="urn:microsoft.com/office/officeart/2018/2/layout/IconCircleList"/>
    <dgm:cxn modelId="{AD31EA3D-A46C-4281-9B6E-CDF3CA99EB04}" type="presParOf" srcId="{49982D52-FB1E-4D02-87C7-F9CA52C18A02}" destId="{75A411E3-2886-42F6-831D-CFD644A8C8B8}" srcOrd="0" destOrd="0" presId="urn:microsoft.com/office/officeart/2018/2/layout/IconCircleList"/>
    <dgm:cxn modelId="{81AD42C4-6F88-4AF5-AD9C-15E1EA753F92}" type="presParOf" srcId="{49982D52-FB1E-4D02-87C7-F9CA52C18A02}" destId="{E3785169-ACC5-4547-BDA0-B8D23F9C04C3}" srcOrd="1" destOrd="0" presId="urn:microsoft.com/office/officeart/2018/2/layout/IconCircleList"/>
    <dgm:cxn modelId="{708D30C2-9192-4618-AEF1-6CB5F5875D29}" type="presParOf" srcId="{49982D52-FB1E-4D02-87C7-F9CA52C18A02}" destId="{7043F360-C59E-452A-BE97-C3AE1401C4B3}" srcOrd="2" destOrd="0" presId="urn:microsoft.com/office/officeart/2018/2/layout/IconCircleList"/>
    <dgm:cxn modelId="{69978C99-06CF-447E-954A-BCEAAA0D7B49}" type="presParOf" srcId="{49982D52-FB1E-4D02-87C7-F9CA52C18A02}" destId="{57E15D30-8D1A-494E-9B1F-4DDFF7EB7FF8}" srcOrd="3" destOrd="0" presId="urn:microsoft.com/office/officeart/2018/2/layout/IconCircleList"/>
    <dgm:cxn modelId="{6B21E467-8AD4-4C8F-9614-CDE707E3C3E2}" type="presParOf" srcId="{1B3114C7-023D-43A5-B5D8-82C142D519F2}" destId="{C3381825-FCAE-4856-A96D-DB6B6E7B8E1B}" srcOrd="5" destOrd="0" presId="urn:microsoft.com/office/officeart/2018/2/layout/IconCircleList"/>
    <dgm:cxn modelId="{308C1E47-E097-47CE-B2C8-80F8E80F27BD}" type="presParOf" srcId="{1B3114C7-023D-43A5-B5D8-82C142D519F2}" destId="{A768D332-BDCA-4364-BA6F-1A82DB159D86}" srcOrd="6" destOrd="0" presId="urn:microsoft.com/office/officeart/2018/2/layout/IconCircleList"/>
    <dgm:cxn modelId="{D90AA16F-AA86-4319-AFC5-7990F3AD133C}" type="presParOf" srcId="{A768D332-BDCA-4364-BA6F-1A82DB159D86}" destId="{64A2946B-8651-4B0C-9A48-5F2FB7019D6F}" srcOrd="0" destOrd="0" presId="urn:microsoft.com/office/officeart/2018/2/layout/IconCircleList"/>
    <dgm:cxn modelId="{919025E6-E3CE-43A1-98A6-6DBDAE2EAC7D}" type="presParOf" srcId="{A768D332-BDCA-4364-BA6F-1A82DB159D86}" destId="{BB7C555D-5EC6-4752-8B6B-B73CA0A76840}" srcOrd="1" destOrd="0" presId="urn:microsoft.com/office/officeart/2018/2/layout/IconCircleList"/>
    <dgm:cxn modelId="{6A2FD5E8-C250-4E67-AF26-7C4FE6ADC403}" type="presParOf" srcId="{A768D332-BDCA-4364-BA6F-1A82DB159D86}" destId="{66E5F752-0124-451E-B797-B7AFDFC8CA21}" srcOrd="2" destOrd="0" presId="urn:microsoft.com/office/officeart/2018/2/layout/IconCircleList"/>
    <dgm:cxn modelId="{1389FEE2-6405-4B6C-B64E-D120BC05E833}" type="presParOf" srcId="{A768D332-BDCA-4364-BA6F-1A82DB159D86}" destId="{10BC6A5A-DC6F-4874-BFAA-11729643B236}" srcOrd="3" destOrd="0" presId="urn:microsoft.com/office/officeart/2018/2/layout/IconCircleList"/>
    <dgm:cxn modelId="{7D747000-AC95-412E-811F-083DB059B555}" type="presParOf" srcId="{1B3114C7-023D-43A5-B5D8-82C142D519F2}" destId="{E9CA3D73-CEB5-4977-9341-7E894FCF1F6A}" srcOrd="7" destOrd="0" presId="urn:microsoft.com/office/officeart/2018/2/layout/IconCircleList"/>
    <dgm:cxn modelId="{FF5E4F19-1C50-4951-B2B1-590713699CE7}" type="presParOf" srcId="{1B3114C7-023D-43A5-B5D8-82C142D519F2}" destId="{566ABA28-B366-45C7-B4FB-0F25DC63E3F1}" srcOrd="8" destOrd="0" presId="urn:microsoft.com/office/officeart/2018/2/layout/IconCircleList"/>
    <dgm:cxn modelId="{409206F2-13FB-491A-B81F-928263AF8B2C}" type="presParOf" srcId="{566ABA28-B366-45C7-B4FB-0F25DC63E3F1}" destId="{DCF7721C-8BD5-4E56-99DF-80AB52BC85F1}" srcOrd="0" destOrd="0" presId="urn:microsoft.com/office/officeart/2018/2/layout/IconCircleList"/>
    <dgm:cxn modelId="{90595CC7-C82C-4EF4-A623-8515BBE11066}" type="presParOf" srcId="{566ABA28-B366-45C7-B4FB-0F25DC63E3F1}" destId="{10137430-D58B-4C8E-93FE-5339E715BEDE}" srcOrd="1" destOrd="0" presId="urn:microsoft.com/office/officeart/2018/2/layout/IconCircleList"/>
    <dgm:cxn modelId="{9E2F2BB9-6518-49D8-98B7-604F173E87BC}" type="presParOf" srcId="{566ABA28-B366-45C7-B4FB-0F25DC63E3F1}" destId="{9AAF543B-356D-4A67-AFCF-7578175448F2}" srcOrd="2" destOrd="0" presId="urn:microsoft.com/office/officeart/2018/2/layout/IconCircleList"/>
    <dgm:cxn modelId="{8A556034-FE4A-40FE-A60D-9C2D4F59915B}" type="presParOf" srcId="{566ABA28-B366-45C7-B4FB-0F25DC63E3F1}" destId="{768D3619-B7D1-494A-BFAE-59589261482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38662-CB15-44EA-93AC-C385D751A826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21A49-04FA-4160-B521-57CCD491B53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9BD43-A4BF-40A1-B01E-EA7ECC6E183D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Customer churn refers to the loss of customers over a given period.</a:t>
          </a:r>
          <a:endParaRPr lang="en-US" sz="2500" kern="1200"/>
        </a:p>
      </dsp:txBody>
      <dsp:txXfrm>
        <a:off x="1435590" y="531"/>
        <a:ext cx="9080009" cy="1242935"/>
      </dsp:txXfrm>
    </dsp:sp>
    <dsp:sp modelId="{D2170F7E-FBFF-4364-85D2-9FE8182E50E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4AF14-9503-4D45-9514-BF1A6C2C5D3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2B381-787D-4E63-96D4-888703F4CA5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It's a critical issue for businesses, as acquiring new customers is far more expensive than retaining existing ones.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D95157EE-4858-43E3-B145-2ECB25E8538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2E9A2-4B08-411D-93D9-B87D18D47A7A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9FC49-3BAF-415D-AA49-8CA4932BD86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Why is Churn Important?</a:t>
          </a:r>
          <a:r>
            <a:rPr lang="en-US" sz="2500" b="0" i="0" kern="1200" baseline="0"/>
            <a:t> Churn reduces recurring revenue, affecting business growth and profitability. 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0CA97-405D-4E3F-AE37-839916336923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409AB-38C4-4CE5-A8C8-850D2A7269B9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1C56C-AF66-4B7B-AC64-FD2FB95C75B7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Poor customer experience</a:t>
          </a:r>
          <a:r>
            <a:rPr lang="en-US" sz="2000" kern="1200"/>
            <a:t>: Unaddressed issues, slow response times, or impersonal interactions lead customers to leave.</a:t>
          </a:r>
        </a:p>
      </dsp:txBody>
      <dsp:txXfrm>
        <a:off x="1844034" y="682"/>
        <a:ext cx="4401230" cy="1596566"/>
      </dsp:txXfrm>
    </dsp:sp>
    <dsp:sp modelId="{91185B8F-76E4-4D3F-952F-3D9DB5B1FBB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BAEF0-AA3C-4CE8-9BCC-B2A814A81151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3C742-4417-4BFA-9521-A5750E3695DC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Competitive offerings</a:t>
          </a:r>
          <a:r>
            <a:rPr lang="en-US" sz="2000" kern="1200"/>
            <a:t>: Competitors may offer better pricing, features, or convenience.</a:t>
          </a:r>
        </a:p>
      </dsp:txBody>
      <dsp:txXfrm>
        <a:off x="1844034" y="1996390"/>
        <a:ext cx="4401230" cy="1596566"/>
      </dsp:txXfrm>
    </dsp:sp>
    <dsp:sp modelId="{46232089-C328-48C2-872D-87134DA0EBE6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A33902-B549-43C0-AA7E-BCC1130BCC29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C3569-4315-4671-B919-9A86EC3803C9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Lack of engagement</a:t>
          </a:r>
          <a:r>
            <a:rPr lang="en-US" sz="2000" kern="1200"/>
            <a:t>: Companies often fail to keep customers engaged, leading to dissatisfaction.</a:t>
          </a:r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72BF8-2DD9-480B-8F7E-E79079B921E8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8124D-3823-4D5E-80F5-5D628E4A85C2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3A251-A87B-460F-BBFE-2BC0749BEEC8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Losing customers means losing potential recurring revenue.</a:t>
          </a:r>
          <a:endParaRPr lang="en-US" sz="2200" kern="1200"/>
        </a:p>
      </dsp:txBody>
      <dsp:txXfrm>
        <a:off x="1058686" y="1808"/>
        <a:ext cx="9456913" cy="916611"/>
      </dsp:txXfrm>
    </dsp:sp>
    <dsp:sp modelId="{2A55660D-EA18-4F89-BD2B-707226ED6BB6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A82F0-8C28-4041-B984-A689BD73E1F9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764BA-47C5-416B-8248-36F7A55499E6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 cost of acquiring a new customer is 5 to 25 times higher than retaining an existing one.</a:t>
          </a:r>
          <a:endParaRPr lang="en-US" sz="2200" kern="1200"/>
        </a:p>
      </dsp:txBody>
      <dsp:txXfrm>
        <a:off x="1058686" y="1147573"/>
        <a:ext cx="9456913" cy="916611"/>
      </dsp:txXfrm>
    </dsp:sp>
    <dsp:sp modelId="{B7E7C96B-224B-488D-BECC-50D4949B3E7E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3E5BC-C4C0-4934-9D37-D2C4C02EA67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97895-BA7B-438E-A5E3-68D1EE91A92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Negative word of mouth from churned customers can also hurt brand reputation.</a:t>
          </a:r>
          <a:endParaRPr lang="en-US" sz="2200" kern="1200"/>
        </a:p>
      </dsp:txBody>
      <dsp:txXfrm>
        <a:off x="1058686" y="2293338"/>
        <a:ext cx="9456913" cy="916611"/>
      </dsp:txXfrm>
    </dsp:sp>
    <dsp:sp modelId="{C37446FA-C6AA-4AF4-ABFC-4072F2EC9618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17529-6F22-4579-8FA7-6FFF0A740ACD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0F992-CE87-431D-B32B-E8670A766F57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Example</a:t>
          </a:r>
          <a:r>
            <a:rPr lang="en-US" sz="2200" b="0" i="0" kern="1200" baseline="0"/>
            <a:t>: If a business loses 5% of its customers annually, it could see a major hit to its bottom line. 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A3772-1BFB-4F0B-A458-BDEC1262A76D}">
      <dsp:nvSpPr>
        <dsp:cNvPr id="0" name=""/>
        <dsp:cNvSpPr/>
      </dsp:nvSpPr>
      <dsp:spPr>
        <a:xfrm>
          <a:off x="0" y="404509"/>
          <a:ext cx="6666833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41528" rIns="51742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Predictive analytics uses historical data to predict future events and trends.</a:t>
          </a:r>
        </a:p>
      </dsp:txBody>
      <dsp:txXfrm>
        <a:off x="0" y="404509"/>
        <a:ext cx="6666833" cy="1474200"/>
      </dsp:txXfrm>
    </dsp:sp>
    <dsp:sp modelId="{4BA6496D-3714-4CBE-B48F-D920BC6C3F0B}">
      <dsp:nvSpPr>
        <dsp:cNvPr id="0" name=""/>
        <dsp:cNvSpPr/>
      </dsp:nvSpPr>
      <dsp:spPr>
        <a:xfrm>
          <a:off x="333341" y="20749"/>
          <a:ext cx="4666783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What is Predictive Analytics?</a:t>
          </a:r>
          <a:endParaRPr lang="en-US" sz="2600" kern="1200"/>
        </a:p>
      </dsp:txBody>
      <dsp:txXfrm>
        <a:off x="370808" y="58216"/>
        <a:ext cx="4591849" cy="692586"/>
      </dsp:txXfrm>
    </dsp:sp>
    <dsp:sp modelId="{71EA6351-F73D-4A4B-ADC4-35A03B1CC4B9}">
      <dsp:nvSpPr>
        <dsp:cNvPr id="0" name=""/>
        <dsp:cNvSpPr/>
      </dsp:nvSpPr>
      <dsp:spPr>
        <a:xfrm>
          <a:off x="0" y="2402870"/>
          <a:ext cx="6666833" cy="303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41528" rIns="51742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It can help businesses identify customers likely to churn before they leave.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Provides businesses with a chance to take proactive steps to prevent churn and boost retention.</a:t>
          </a:r>
        </a:p>
      </dsp:txBody>
      <dsp:txXfrm>
        <a:off x="0" y="2402870"/>
        <a:ext cx="6666833" cy="3030300"/>
      </dsp:txXfrm>
    </dsp:sp>
    <dsp:sp modelId="{93009B90-A70A-4D36-856C-1E56DC1F2008}">
      <dsp:nvSpPr>
        <dsp:cNvPr id="0" name=""/>
        <dsp:cNvSpPr/>
      </dsp:nvSpPr>
      <dsp:spPr>
        <a:xfrm>
          <a:off x="333341" y="2019109"/>
          <a:ext cx="4666783" cy="76752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Why Predictive Analytics?</a:t>
          </a:r>
          <a:endParaRPr lang="en-US" sz="2600" kern="1200"/>
        </a:p>
      </dsp:txBody>
      <dsp:txXfrm>
        <a:off x="370808" y="2056576"/>
        <a:ext cx="4591849" cy="6925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8194C-522F-4743-9550-79F638A102B6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EB26135D-1E20-4601-B1B8-CFF67FBFB168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Why is data preparation important?</a:t>
          </a:r>
          <a:endParaRPr lang="en-US" sz="2200" kern="1200"/>
        </a:p>
      </dsp:txBody>
      <dsp:txXfrm>
        <a:off x="8061" y="5979"/>
        <a:ext cx="3034531" cy="1820718"/>
      </dsp:txXfrm>
    </dsp:sp>
    <dsp:sp modelId="{A7F290FE-B1CD-4AA8-B3BF-965F6DAB884D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669D4A32-ECEF-455C-9559-878DD01DEC3E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Ensures the quality and accuracy of data, which is vital for building reliable models.</a:t>
          </a:r>
          <a:endParaRPr lang="en-US" sz="2200" kern="1200"/>
        </a:p>
      </dsp:txBody>
      <dsp:txXfrm>
        <a:off x="3740534" y="5979"/>
        <a:ext cx="3034531" cy="1820718"/>
      </dsp:txXfrm>
    </dsp:sp>
    <dsp:sp modelId="{0D47592C-044B-418F-AA81-E49E604FB1F8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97CD054-DB8D-4F22-B2EC-0387930D1DD3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Steps involved</a:t>
          </a:r>
          <a:r>
            <a:rPr lang="en-US" sz="2200" b="0" i="0" kern="1200" baseline="0"/>
            <a:t>:</a:t>
          </a:r>
          <a:endParaRPr lang="en-US" sz="2200" kern="1200"/>
        </a:p>
      </dsp:txBody>
      <dsp:txXfrm>
        <a:off x="7473007" y="5979"/>
        <a:ext cx="3034531" cy="1820718"/>
      </dsp:txXfrm>
    </dsp:sp>
    <dsp:sp modelId="{B6E5B2A3-F983-49C2-9716-6A985D8E0FAF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C0A28AF5-2095-4941-B910-C880944C8A41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Cleaning the data</a:t>
          </a:r>
          <a:r>
            <a:rPr lang="en-US" sz="2200" b="0" i="0" kern="1200" baseline="0"/>
            <a:t>: Removing duplicates, handling missing data, and correcting errors.</a:t>
          </a:r>
          <a:endParaRPr lang="en-US" sz="2200" kern="1200"/>
        </a:p>
      </dsp:txBody>
      <dsp:txXfrm>
        <a:off x="8061" y="2524640"/>
        <a:ext cx="3034531" cy="1820718"/>
      </dsp:txXfrm>
    </dsp:sp>
    <dsp:sp modelId="{50584EF4-CFA7-4A13-AA06-F6946E9F5DAE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123BED7C-AA33-4187-8115-7B2AB315D05B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Structuring the data</a:t>
          </a:r>
          <a:r>
            <a:rPr lang="en-US" sz="2200" b="0" i="0" kern="1200" baseline="0"/>
            <a:t>: Organizing data into a format that models can use efficiently.</a:t>
          </a:r>
          <a:endParaRPr lang="en-US" sz="2200" kern="1200"/>
        </a:p>
      </dsp:txBody>
      <dsp:txXfrm>
        <a:off x="3740534" y="2524640"/>
        <a:ext cx="3034531" cy="1820718"/>
      </dsp:txXfrm>
    </dsp:sp>
    <dsp:sp modelId="{5F1D5DDE-0BE8-4681-9DD2-F18EF1C7EE4C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Feature engineering</a:t>
          </a:r>
          <a:r>
            <a:rPr lang="en-US" sz="2200" b="0" i="0" kern="1200" baseline="0"/>
            <a:t>: Creating new variables that capture important customer behaviors.</a:t>
          </a:r>
          <a:endParaRPr lang="en-US" sz="2200" kern="1200"/>
        </a:p>
      </dsp:txBody>
      <dsp:txXfrm>
        <a:off x="7473007" y="2524640"/>
        <a:ext cx="3034531" cy="1820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7FCB2-65AB-489C-A8EF-86DAC2BDA79B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54F5C-EB48-4B23-A1BA-EAB8AA35C0FC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154E6-09CF-4627-8D62-9D1250BDB5D7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Proactive actions to prevent churn</a:t>
          </a:r>
          <a:r>
            <a:rPr lang="en-US" sz="1600" b="0" i="0" kern="1200" baseline="0"/>
            <a:t>:</a:t>
          </a:r>
          <a:endParaRPr lang="en-US" sz="1600" kern="1200"/>
        </a:p>
      </dsp:txBody>
      <dsp:txXfrm>
        <a:off x="1172126" y="908559"/>
        <a:ext cx="2114937" cy="897246"/>
      </dsp:txXfrm>
    </dsp:sp>
    <dsp:sp modelId="{A16CE3BE-4D85-4CBF-9F96-43C9A1D957FB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F4AEC-B640-4C37-B4DC-CE1D363FF341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4C864-B3E2-4974-B4EF-555C646876F2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Personalized offers</a:t>
          </a:r>
          <a:r>
            <a:rPr lang="en-US" sz="1600" b="0" i="0" kern="1200" baseline="0"/>
            <a:t>: Send tailored discounts or special offers to customers at risk.</a:t>
          </a:r>
          <a:endParaRPr lang="en-US" sz="1600" kern="1200"/>
        </a:p>
      </dsp:txBody>
      <dsp:txXfrm>
        <a:off x="4745088" y="908559"/>
        <a:ext cx="2114937" cy="897246"/>
      </dsp:txXfrm>
    </dsp:sp>
    <dsp:sp modelId="{75A411E3-2886-42F6-831D-CFD644A8C8B8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85169-ACC5-4547-BDA0-B8D23F9C04C3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15D30-8D1A-494E-9B1F-4DDFF7EB7FF8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Enhanced customer support</a:t>
          </a:r>
          <a:r>
            <a:rPr lang="en-US" sz="1600" b="0" i="0" kern="1200" baseline="0"/>
            <a:t>: Ensure high-touch support for customers likely to leave.</a:t>
          </a:r>
          <a:endParaRPr lang="en-US" sz="1600" kern="1200"/>
        </a:p>
      </dsp:txBody>
      <dsp:txXfrm>
        <a:off x="8318049" y="908559"/>
        <a:ext cx="2114937" cy="897246"/>
      </dsp:txXfrm>
    </dsp:sp>
    <dsp:sp modelId="{64A2946B-8651-4B0C-9A48-5F2FB7019D6F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C555D-5EC6-4752-8B6B-B73CA0A76840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C6A5A-DC6F-4874-BFAA-11729643B23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Increased engagement</a:t>
          </a:r>
          <a:r>
            <a:rPr lang="en-US" sz="1600" b="0" i="0" kern="1200" baseline="0"/>
            <a:t>: Regular communication, personalized content, or rewards for loyal customers.</a:t>
          </a:r>
          <a:endParaRPr lang="en-US" sz="1600" kern="1200"/>
        </a:p>
      </dsp:txBody>
      <dsp:txXfrm>
        <a:off x="1172126" y="2545532"/>
        <a:ext cx="2114937" cy="897246"/>
      </dsp:txXfrm>
    </dsp:sp>
    <dsp:sp modelId="{DCF7721C-8BD5-4E56-99DF-80AB52BC85F1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37430-D58B-4C8E-93FE-5339E715BEDE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D3619-B7D1-494A-BFAE-59589261482D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Goal</a:t>
          </a:r>
          <a:r>
            <a:rPr lang="en-US" sz="1600" b="0" i="0" kern="1200" baseline="0"/>
            <a:t>: Address the reasons behind potential churn before customers leave. </a:t>
          </a:r>
          <a:endParaRPr lang="en-US" sz="1600" kern="1200"/>
        </a:p>
      </dsp:txBody>
      <dsp:txXfrm>
        <a:off x="4745088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123C-4DD7-A64C-90FB-F4DA777FC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39D20-07AF-F8C7-B16E-2E63C9226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7F28E-B10C-7DC2-DBAA-D35AB972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82B1-D54E-8B00-B8BB-C0408F78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8A21D-B4AE-1D98-9238-FAF51539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9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210F-5776-A157-BD5F-72566E87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F76B1-EA5B-F5D8-015D-FE59299DF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783F8-7D1F-4502-C6C9-91AECF7E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52218-B2D0-1554-E97A-AE8FB9B5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F5D6-E645-3A30-2BC2-E3B3F374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4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3856-A4E8-F335-AD8C-A7B83FF7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97F8-14E0-1C8F-59A7-5FC400A4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13A50-B39A-A618-187F-23978A2A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195CB-A904-F09E-C6A6-D25E9AAD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04ED-4948-3DB8-7917-CA6688A2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5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7FA8-DFDC-D0CA-EDAA-0C668829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89844-DFFE-35E9-A81A-570053130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90A1A-FFBD-EC4C-A89E-BCEF55E17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22636-12B6-C4F9-6056-FCBD1456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12C6E-1E70-0E1B-1B62-CD16C937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10CD4-E53C-2BEA-59AD-A6AD358D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6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867F-9B6B-F4BB-1D23-F1DA77AD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96B81-9F5F-FF37-C3AB-8E69B0FCD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7EBA0-9E51-3C31-FAE0-B11FE7D8B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C69C-D9BA-8819-5B39-5AA25D54D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FD76A-F9FE-6848-A807-1C2A7E823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E680B-1E01-9F29-4DEF-866B9E03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5C5ED-4ED1-B4EF-0B9C-A207777C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6668F-4C94-ABFD-9EF2-9F79EFD2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39FA-1D9E-97BC-5B36-3BBE8B0B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D28C-4867-2EDC-9E6E-A44454D5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CB259-46C2-8456-2E43-17EFC83F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0663B-FE59-D1A6-4B64-763D8C23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0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CD23D-5843-A530-30E7-55D43A17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B68BB-025A-6B6C-BC4E-A8325C3F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F572E-11B6-AC81-F7F2-6C04360D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6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61C3-0E45-33A6-EBC7-B52FF47C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C1AE-EF10-817C-3EDC-098473E1B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34652-F3D0-DAB5-CA30-1E69BAB42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AE491-53B8-E7A9-12F3-F19FFFAB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B8598-6624-810C-D8FD-186AD15A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51322-B812-7B99-197A-D7B3DD85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4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B63A-3B28-0F66-7F25-2ECF04FE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4536B-1047-D7A1-91E3-EC4DB2AAF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33BE6-3DFA-9367-F2C6-558BF447E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41043-0E1E-1F9F-F7D1-91B120A9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D6C3A-4632-5A76-B507-C0A30B6F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E5A34-4E11-2627-0086-EBA21207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242A-F6B0-F2B2-FC69-3C339F17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A74B1-69A7-CEA2-90F8-338537B96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700F-4486-D90E-EC61-771B469C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C579E-76B0-B14C-B791-96FCCA4D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67693-7DE3-2591-1809-25D2E8BF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46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7660E-10F4-5007-799D-DE6C8E9D6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0414C-9348-2DC4-9636-23AB074C6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9F4E-95FE-5F52-BB51-6430EF4B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74CAF-9BCD-1647-E5BF-89407F46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A6E7E-C859-FBB8-56D4-80F67E74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5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9E018-865F-E0A6-5AC0-8C53EDD5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18279-14EE-DED3-A21D-5983A097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AA7B1-D372-9341-D1B8-5E787D3B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CBFFE-5DD7-480A-AA17-A4955630FA7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8F235-797A-D41E-BFF7-C66AAC5F6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83E9-568F-1578-3D77-37F81F9B2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B2AAF-1985-44A5-9255-3ED84E0BA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3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5F763-DDC8-AA95-3A77-C744BD2C8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Predictive Analytics for Customer Retention: Preventing Customer Churn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8BE45-9029-72ED-B45E-28A3C18A0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How to Identify and Retain At-Risk Customers Using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4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CDE4-2AB3-DDA9-6EF0-3625E405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Customer Churn?</a:t>
            </a:r>
            <a:endParaRPr lang="en-US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B766A3F-7EB0-FD5C-5182-96B6F3EAB2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30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3CAFE-A089-0912-766B-0EC018E2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Why Businesses Struggle with Churn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5838F5-6CEE-F37C-70C8-AF173F960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68119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65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4FDAA-E5AC-023D-AE8D-5A3536C7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altLang="en-US" dirty="0"/>
              <a:t>Financial Impact: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8557C31-D33D-72EB-205B-71E66E88D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83383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979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CD1A7-3264-058F-4225-CE2B0473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Common Challenges in Retaining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D188-8785-3B63-C08C-4D63703BC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 dirty="0"/>
              <a:t>Identifying at-risk customers</a:t>
            </a:r>
            <a:r>
              <a:rPr lang="en-US" sz="2400" dirty="0"/>
              <a:t>: Many businesses struggle to pinpoint which customers are at risk of leaving.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 dirty="0"/>
              <a:t>Ineffective outreach</a:t>
            </a:r>
            <a:r>
              <a:rPr lang="en-US" sz="2400" dirty="0"/>
              <a:t>: Not all customers respond to the same retention strategies.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 dirty="0"/>
              <a:t>Inconsistent experiences</a:t>
            </a:r>
            <a:r>
              <a:rPr lang="en-US" sz="2400" dirty="0"/>
              <a:t>: Customers may churn due to inconsistent service or lack of personalization.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 dirty="0"/>
              <a:t>Lack of engagement post-purchase</a:t>
            </a:r>
            <a:r>
              <a:rPr lang="en-US" sz="2400" dirty="0"/>
              <a:t>: Many businesses fail to maintain regular and meaningful engagement with customers after the initial sale, which can lead to reduced brand loyalty and eventual churn.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04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30179-0DB6-61A6-B99E-06AE7F00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Solution : Predictive Analytics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3EFE5AA-62D4-4936-789C-D539465F6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16890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660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38A5F-E5BA-0D07-B6C8-139E0AEF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Benefits of Predictive Analytics for Retention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2158-E7E6-C792-430A-6C3FB3C1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Why Predictive Analytics?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Increases retention rates</a:t>
            </a:r>
            <a:r>
              <a:rPr lang="en-US" dirty="0"/>
              <a:t>: By addressing the needs of at-risk customers proactively.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Lower costs</a:t>
            </a:r>
            <a:r>
              <a:rPr lang="en-US" dirty="0"/>
              <a:t>: Retaining customers is cheaper than acquiring new ones.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Increased customer lifetime value (CLV)</a:t>
            </a:r>
            <a:r>
              <a:rPr lang="en-US" dirty="0"/>
              <a:t>: Higher engagement leads to long-term relationships and increased spending.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Competitive advantage</a:t>
            </a:r>
            <a:r>
              <a:rPr lang="en-US" dirty="0"/>
              <a:t>: Businesses that leverage predictive analytics can stay ahead of competitors by retaining more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AFF6-B449-B13C-B2B4-6AD1098E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Data Requirements for Predictive Models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64D75-062B-5901-477B-92BDC137C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What types of data are needed?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/>
              <a:t>Behavioral data</a:t>
            </a:r>
            <a:r>
              <a:rPr lang="en-US" sz="2400"/>
              <a:t>: Tracks how customers interact with your product/service.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/>
              <a:t>Demographic data</a:t>
            </a:r>
            <a:r>
              <a:rPr lang="en-US" sz="2400"/>
              <a:t>: Information like age, income, and location can impact churn likelihood.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/>
              <a:t>Transactional data</a:t>
            </a:r>
            <a:r>
              <a:rPr lang="en-US" sz="2400"/>
              <a:t>: Details of past purchases, payment history, and subscription renewals.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b="1"/>
              <a:t>Engagement data</a:t>
            </a:r>
            <a:r>
              <a:rPr lang="en-US" sz="2400"/>
              <a:t>: Customer service interactions, complaints, and satisfaction scores.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41783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821138-3FC0-45B2-4F91-A8EC946813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11" b="35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76DE1-CDB2-5FCC-DD0D-402BD7B4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 Preparation and Cleaning</a:t>
            </a:r>
            <a:endParaRPr lang="en-US" dirty="0"/>
          </a:p>
        </p:txBody>
      </p:sp>
      <p:graphicFrame>
        <p:nvGraphicFramePr>
          <p:cNvPr id="37" name="Rectangle 1">
            <a:extLst>
              <a:ext uri="{FF2B5EF4-FFF2-40B4-BE49-F238E27FC236}">
                <a16:creationId xmlns:a16="http://schemas.microsoft.com/office/drawing/2014/main" id="{C14F3A44-B819-AFAF-D47B-28C2C462D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4335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559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odes on papers">
            <a:extLst>
              <a:ext uri="{FF2B5EF4-FFF2-40B4-BE49-F238E27FC236}">
                <a16:creationId xmlns:a16="http://schemas.microsoft.com/office/drawing/2014/main" id="{6241D828-9E01-EB1A-EFF8-75BAF36F67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010" b="77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200CC-85F0-1BD7-C9FF-F6C18B07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Logistic Regression for Churn Prediction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35E491-B449-11DC-1C42-E624D1A075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Logistic Regression?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simple yet powerful algorithm that predicts the likelihood of a binary outcome (e.g., customer churn).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assigns weights to various customer features like purchase history or engagement levels.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Outputs a probability between 0 and 1 to indicate how likely a customer is to churn.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Advantages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Easy to interpret, quick to implement.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Challenges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Limited in handling non-linear relationships between variables. </a:t>
            </a:r>
          </a:p>
        </p:txBody>
      </p:sp>
    </p:spTree>
    <p:extLst>
      <p:ext uri="{BB962C8B-B14F-4D97-AF65-F5344CB8AC3E}">
        <p14:creationId xmlns:p14="http://schemas.microsoft.com/office/powerpoint/2010/main" val="40470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C2CD3-24CD-6270-E0C3-BE7AECC3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Evaluating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178D-15A3-0D0D-D01E-6A4868FFD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7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/>
              <a:t>How to measure if the model is working:</a:t>
            </a:r>
            <a:endParaRPr lang="en-US" sz="170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700" b="1"/>
              <a:t>Accuracy</a:t>
            </a:r>
            <a:r>
              <a:rPr lang="en-US" sz="1700"/>
              <a:t>: How often the model correctly predicts churn.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700" b="1"/>
              <a:t>Precision</a:t>
            </a:r>
            <a:r>
              <a:rPr lang="en-US" sz="1700"/>
              <a:t>: How many of the customers predicted to churn actually do churn.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700" b="1"/>
              <a:t>Recall</a:t>
            </a:r>
            <a:r>
              <a:rPr lang="en-US" sz="1700"/>
              <a:t>: How well the model identifies all customers who will churn.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700" b="1"/>
              <a:t>F1 Score</a:t>
            </a:r>
            <a:r>
              <a:rPr lang="en-US" sz="1700"/>
              <a:t>: A balance between precision and recall.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/>
              <a:t>A/B Testing</a:t>
            </a:r>
            <a:r>
              <a:rPr lang="en-US" sz="1700"/>
              <a:t>: Use test and control groups to validate the effectiveness of churn interventions based on model predictions.</a:t>
            </a:r>
          </a:p>
          <a:p>
            <a:endParaRPr lang="en-US" sz="1700"/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DEA4B0E4-3D29-8976-B33F-AA87D8FAE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18" r="25200" b="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7753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2EBC9-F104-94FF-9959-60BFCF18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</a:rPr>
              <a:t>Taking Action Based on Predictions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25C4241C-6DD1-E668-E124-825C36E59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79747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152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5329E-A17E-2938-C80E-05F40E0F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C983-E95E-CC0E-8E74-EF60AF5DF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Predictive analytics helps businesses proactively address customer churn.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Data-driven insights can help target the right customers with personalized retention strategies.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Implementing predictive models allows for a more strategic approach to customer retention.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Final Thought</a:t>
            </a:r>
            <a:r>
              <a:rPr lang="en-US" dirty="0"/>
              <a:t>: Start leveraging predictive analytics today to enhance retention and drive sustainable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827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Predictive Analytics for Customer Retention: Preventing Customer Churn</vt:lpstr>
      <vt:lpstr>What is Customer Churn?</vt:lpstr>
      <vt:lpstr>Why Businesses Struggle with Churn</vt:lpstr>
      <vt:lpstr>Financial Impact:</vt:lpstr>
      <vt:lpstr>Common Challenges in Retaining Customers</vt:lpstr>
      <vt:lpstr>Solution : Predictive Analytics</vt:lpstr>
      <vt:lpstr>Benefits of Predictive Analytics for Retention</vt:lpstr>
      <vt:lpstr>Data Requirements for Predictive Models</vt:lpstr>
      <vt:lpstr>Data Preparation and Cleaning</vt:lpstr>
      <vt:lpstr>Logistic Regression for Churn Prediction</vt:lpstr>
      <vt:lpstr>Evaluating Model Performance</vt:lpstr>
      <vt:lpstr>Taking Action Based on Predictions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Rajnish Singh</dc:creator>
  <cp:lastModifiedBy>Andip Chauhan</cp:lastModifiedBy>
  <cp:revision>6</cp:revision>
  <dcterms:created xsi:type="dcterms:W3CDTF">2024-10-01T06:47:45Z</dcterms:created>
  <dcterms:modified xsi:type="dcterms:W3CDTF">2024-10-02T16:33:39Z</dcterms:modified>
</cp:coreProperties>
</file>